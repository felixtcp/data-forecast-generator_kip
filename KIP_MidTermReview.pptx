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9"/>
  </p:notesMasterIdLst>
  <p:handoutMasterIdLst>
    <p:handoutMasterId r:id="rId10"/>
  </p:handoutMasterIdLst>
  <p:sldIdLst>
    <p:sldId id="261" r:id="rId6"/>
    <p:sldId id="257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22E0C"/>
    <a:srgbClr val="FFED00"/>
    <a:srgbClr val="D5D2C2"/>
    <a:srgbClr val="831F8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F8FB6-A01C-472B-AC4C-70A4C2D50B53}" v="2" dt="2024-02-06T12:45:52.104"/>
    <p1510:client id="{4412A895-FB4C-416A-93E7-05F13861E398}" v="1" dt="2024-02-07T09:51:05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 autoAdjust="0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52" y="176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a Weinhold" userId="4a14153a-c6ba-41d6-8e8a-90a9b5448ed3" providerId="ADAL" clId="{9B3EBCAD-B912-4D24-9E29-48B3BF02DFD4}"/>
    <pc:docChg chg="delSld">
      <pc:chgData name="Alisa Weinhold" userId="4a14153a-c6ba-41d6-8e8a-90a9b5448ed3" providerId="ADAL" clId="{9B3EBCAD-B912-4D24-9E29-48B3BF02DFD4}" dt="2024-02-07T09:54:51.874" v="5" actId="6014"/>
      <pc:docMkLst>
        <pc:docMk/>
      </pc:docMkLst>
      <pc:sldChg chg="del">
        <pc:chgData name="Alisa Weinhold" userId="4a14153a-c6ba-41d6-8e8a-90a9b5448ed3" providerId="ADAL" clId="{9B3EBCAD-B912-4D24-9E29-48B3BF02DFD4}" dt="2024-02-07T09:53:17.287" v="0" actId="2696"/>
        <pc:sldMkLst>
          <pc:docMk/>
          <pc:sldMk cId="740308674" sldId="260"/>
        </pc:sldMkLst>
      </pc:sldChg>
      <pc:sldMasterChg chg="modSldLayout">
        <pc:chgData name="Alisa Weinhold" userId="4a14153a-c6ba-41d6-8e8a-90a9b5448ed3" providerId="ADAL" clId="{9B3EBCAD-B912-4D24-9E29-48B3BF02DFD4}" dt="2024-02-07T09:54:51.874" v="5" actId="6014"/>
        <pc:sldMasterMkLst>
          <pc:docMk/>
          <pc:sldMasterMk cId="2055207460" sldId="2147483648"/>
        </pc:sldMasterMkLst>
        <pc:sldLayoutChg chg="mod">
          <pc:chgData name="Alisa Weinhold" userId="4a14153a-c6ba-41d6-8e8a-90a9b5448ed3" providerId="ADAL" clId="{9B3EBCAD-B912-4D24-9E29-48B3BF02DFD4}" dt="2024-02-07T09:53:53.175" v="1" actId="6014"/>
          <pc:sldLayoutMkLst>
            <pc:docMk/>
            <pc:sldMasterMk cId="2055207460" sldId="2147483648"/>
            <pc:sldLayoutMk cId="994938086" sldId="2147483671"/>
          </pc:sldLayoutMkLst>
        </pc:sldLayoutChg>
        <pc:sldLayoutChg chg="mod">
          <pc:chgData name="Alisa Weinhold" userId="4a14153a-c6ba-41d6-8e8a-90a9b5448ed3" providerId="ADAL" clId="{9B3EBCAD-B912-4D24-9E29-48B3BF02DFD4}" dt="2024-02-07T09:54:02.652" v="2" actId="6014"/>
          <pc:sldLayoutMkLst>
            <pc:docMk/>
            <pc:sldMasterMk cId="2055207460" sldId="2147483648"/>
            <pc:sldLayoutMk cId="1752045903" sldId="2147483677"/>
          </pc:sldLayoutMkLst>
        </pc:sldLayoutChg>
        <pc:sldLayoutChg chg="mod">
          <pc:chgData name="Alisa Weinhold" userId="4a14153a-c6ba-41d6-8e8a-90a9b5448ed3" providerId="ADAL" clId="{9B3EBCAD-B912-4D24-9E29-48B3BF02DFD4}" dt="2024-02-07T09:54:09.515" v="3" actId="6014"/>
          <pc:sldLayoutMkLst>
            <pc:docMk/>
            <pc:sldMasterMk cId="2055207460" sldId="2147483648"/>
            <pc:sldLayoutMk cId="3900483066" sldId="2147483681"/>
          </pc:sldLayoutMkLst>
        </pc:sldLayoutChg>
        <pc:sldLayoutChg chg="mod">
          <pc:chgData name="Alisa Weinhold" userId="4a14153a-c6ba-41d6-8e8a-90a9b5448ed3" providerId="ADAL" clId="{9B3EBCAD-B912-4D24-9E29-48B3BF02DFD4}" dt="2024-02-07T09:54:17.340" v="4" actId="6014"/>
          <pc:sldLayoutMkLst>
            <pc:docMk/>
            <pc:sldMasterMk cId="2055207460" sldId="2147483648"/>
            <pc:sldLayoutMk cId="3829570038" sldId="2147483683"/>
          </pc:sldLayoutMkLst>
        </pc:sldLayoutChg>
        <pc:sldLayoutChg chg="mod">
          <pc:chgData name="Alisa Weinhold" userId="4a14153a-c6ba-41d6-8e8a-90a9b5448ed3" providerId="ADAL" clId="{9B3EBCAD-B912-4D24-9E29-48B3BF02DFD4}" dt="2024-02-07T09:54:51.874" v="5" actId="6014"/>
          <pc:sldLayoutMkLst>
            <pc:docMk/>
            <pc:sldMasterMk cId="2055207460" sldId="2147483648"/>
            <pc:sldLayoutMk cId="1082875345" sldId="2147483705"/>
          </pc:sldLayoutMkLst>
        </pc:sldLayoutChg>
      </pc:sldMasterChg>
    </pc:docChg>
  </pc:docChgLst>
  <pc:docChgLst>
    <pc:chgData name="Christian Schmalzl" userId="6b9f0938-7dea-40f1-bacf-9f2f145ff686" providerId="ADAL" clId="{378F8FB6-A01C-472B-AC4C-70A4C2D50B53}"/>
    <pc:docChg chg="undo custSel addSld delSld modSld">
      <pc:chgData name="Christian Schmalzl" userId="6b9f0938-7dea-40f1-bacf-9f2f145ff686" providerId="ADAL" clId="{378F8FB6-A01C-472B-AC4C-70A4C2D50B53}" dt="2024-02-06T12:47:49.976" v="15" actId="680"/>
      <pc:docMkLst>
        <pc:docMk/>
      </pc:docMkLst>
      <pc:sldChg chg="modSp mod">
        <pc:chgData name="Christian Schmalzl" userId="6b9f0938-7dea-40f1-bacf-9f2f145ff686" providerId="ADAL" clId="{378F8FB6-A01C-472B-AC4C-70A4C2D50B53}" dt="2024-02-06T12:25:39.753" v="3" actId="20577"/>
        <pc:sldMkLst>
          <pc:docMk/>
          <pc:sldMk cId="3169017830" sldId="257"/>
        </pc:sldMkLst>
        <pc:spChg chg="mod">
          <ac:chgData name="Christian Schmalzl" userId="6b9f0938-7dea-40f1-bacf-9f2f145ff686" providerId="ADAL" clId="{378F8FB6-A01C-472B-AC4C-70A4C2D50B53}" dt="2024-02-06T12:25:39.753" v="3" actId="20577"/>
          <ac:spMkLst>
            <pc:docMk/>
            <pc:sldMk cId="3169017830" sldId="257"/>
            <ac:spMk id="6" creationId="{483B08F1-24AA-9D93-1780-B9A8C4207A54}"/>
          </ac:spMkLst>
        </pc:spChg>
      </pc:sldChg>
      <pc:sldChg chg="new del">
        <pc:chgData name="Christian Schmalzl" userId="6b9f0938-7dea-40f1-bacf-9f2f145ff686" providerId="ADAL" clId="{378F8FB6-A01C-472B-AC4C-70A4C2D50B53}" dt="2024-02-06T12:26:07.821" v="5" actId="680"/>
        <pc:sldMkLst>
          <pc:docMk/>
          <pc:sldMk cId="364090009" sldId="260"/>
        </pc:sldMkLst>
      </pc:sldChg>
      <pc:sldChg chg="new del">
        <pc:chgData name="Christian Schmalzl" userId="6b9f0938-7dea-40f1-bacf-9f2f145ff686" providerId="ADAL" clId="{378F8FB6-A01C-472B-AC4C-70A4C2D50B53}" dt="2024-02-06T12:26:31.765" v="9" actId="680"/>
        <pc:sldMkLst>
          <pc:docMk/>
          <pc:sldMk cId="2603785388" sldId="260"/>
        </pc:sldMkLst>
      </pc:sldChg>
      <pc:sldChg chg="addSp delSp modSp new del mod">
        <pc:chgData name="Christian Schmalzl" userId="6b9f0938-7dea-40f1-bacf-9f2f145ff686" providerId="ADAL" clId="{378F8FB6-A01C-472B-AC4C-70A4C2D50B53}" dt="2024-02-06T12:47:49.976" v="15" actId="680"/>
        <pc:sldMkLst>
          <pc:docMk/>
          <pc:sldMk cId="3929913747" sldId="260"/>
        </pc:sldMkLst>
        <pc:spChg chg="mod">
          <ac:chgData name="Christian Schmalzl" userId="6b9f0938-7dea-40f1-bacf-9f2f145ff686" providerId="ADAL" clId="{378F8FB6-A01C-472B-AC4C-70A4C2D50B53}" dt="2024-02-06T12:47:49.121" v="14"/>
          <ac:spMkLst>
            <pc:docMk/>
            <pc:sldMk cId="3929913747" sldId="260"/>
            <ac:spMk id="5" creationId="{9630ACDA-ADFF-E603-5EA8-1F3F4BCFE765}"/>
          </ac:spMkLst>
        </pc:spChg>
        <pc:picChg chg="add del mod">
          <ac:chgData name="Christian Schmalzl" userId="6b9f0938-7dea-40f1-bacf-9f2f145ff686" providerId="ADAL" clId="{378F8FB6-A01C-472B-AC4C-70A4C2D50B53}" dt="2024-02-06T12:45:52.104" v="12"/>
          <ac:picMkLst>
            <pc:docMk/>
            <pc:sldMk cId="3929913747" sldId="260"/>
            <ac:picMk id="7" creationId="{BCB8DBCB-04E1-35BA-AEB6-CA1E9DAC0AE5}"/>
          </ac:picMkLst>
        </pc:picChg>
      </pc:sldChg>
      <pc:sldChg chg="new del">
        <pc:chgData name="Christian Schmalzl" userId="6b9f0938-7dea-40f1-bacf-9f2f145ff686" providerId="ADAL" clId="{378F8FB6-A01C-472B-AC4C-70A4C2D50B53}" dt="2024-02-06T12:26:31.492" v="8" actId="680"/>
        <pc:sldMkLst>
          <pc:docMk/>
          <pc:sldMk cId="1831841891" sldId="261"/>
        </pc:sldMkLst>
      </pc:sldChg>
    </pc:docChg>
  </pc:docChgLst>
  <pc:docChgLst>
    <pc:chgData name="Alisa Weinhold" userId="S::wea39325@hs-regensburg.de::4a14153a-c6ba-41d6-8e8a-90a9b5448ed3" providerId="AD" clId="Web-{4412A895-FB4C-416A-93E7-05F13861E398}"/>
    <pc:docChg chg="addSld">
      <pc:chgData name="Alisa Weinhold" userId="S::wea39325@hs-regensburg.de::4a14153a-c6ba-41d6-8e8a-90a9b5448ed3" providerId="AD" clId="Web-{4412A895-FB4C-416A-93E7-05F13861E398}" dt="2024-02-07T09:51:05.162" v="0"/>
      <pc:docMkLst>
        <pc:docMk/>
      </pc:docMkLst>
      <pc:sldChg chg="new">
        <pc:chgData name="Alisa Weinhold" userId="S::wea39325@hs-regensburg.de::4a14153a-c6ba-41d6-8e8a-90a9b5448ed3" providerId="AD" clId="Web-{4412A895-FB4C-416A-93E7-05F13861E398}" dt="2024-02-07T09:51:05.162" v="0"/>
        <pc:sldMkLst>
          <pc:docMk/>
          <pc:sldMk cId="740308674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62BF783-3B77-5574-7BDB-C060ADAAA3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11402-D701-2495-D3DB-44B5A0814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B1069-75E4-459F-81E7-F12BB487B326}" type="datetimeFigureOut">
              <a:rPr lang="de-DE" smtClean="0"/>
              <a:t>30.04.26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152826-BD67-C4CA-3A41-AE637F92D5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59763-3BF1-C53C-42C3-27CFC47878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02372-862D-4B08-94DD-BA1BDCBB648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30.04.26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13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570">
          <p15:clr>
            <a:srgbClr val="FBAE40"/>
          </p15:clr>
        </p15:guide>
        <p15:guide id="3" pos="3840">
          <p15:clr>
            <a:srgbClr val="FBAE40"/>
          </p15:clr>
        </p15:guide>
        <p15:guide id="4" pos="3454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10624" y="162877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D24A76E9-4CED-4D5F-6A01-C8E165B1E7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8115" y="347733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BB3032F-2C44-83C5-5807-0B6489CE3C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5B34177-F611-3977-1E10-3DA22D1AD014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B0C03E30-F7EA-F3B0-AB93-709937A4E5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6249" y="232025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842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4A915FB-AA9D-82A1-C54A-0E847DE924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55AE84F-449E-43BA-9F66-C2F89B7B47A6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F078715-624E-0A03-8E37-299424310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AB7A1905-84D7-80B9-4A1C-3F69AB2595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4E7BA6B4-B985-210B-DAD1-D73A882E8B0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11303356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</p:txBody>
      </p: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4723654-341A-EDFE-0B9D-B12947FA1BDB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091A975-7054-629F-959B-9953B5B0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B4F8A090-4008-142B-4C28-277F7094C0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182A23D-A293-1F79-1255-802918F7AEA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22B7E807-5666-DF42-8E55-2357C2366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997D11E9-E87E-2225-BDB2-654BE7640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859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242172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859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7241531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59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42172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96E9EC4-4915-E2DF-6B10-47AA7974ED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85981E93-6786-898E-FF37-70A063D7C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2F8680-8DFD-51F6-E4AE-708416CC9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61693E8-A001-74CE-9D80-E08319ED8CB3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727BAC4-4BE5-EE3A-D73C-1EB9EB91C1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5FFA1AF-3958-2A60-4D54-27CAA331AC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75204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3337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670949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338561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A7DB32A-1F37-CC35-F26D-B17A2729AE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3501C40-7E68-6D52-E79A-0ED979562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1FB677-3BBF-813C-3319-9393801C6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C3BB0B1-33D7-CD45-5568-53FD454792E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6183C85-F26B-7836-B082-B1CA6E61EE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BB7E082-F5C2-9E98-5298-F938293FFC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004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52C8103-D8A6-1EDC-266D-81C32774B8E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B5A85C94-0FA2-3565-5CA8-18FD3D11A4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B8D436B1-6CE6-8246-D93E-63AA702EAB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01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01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01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5611813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1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3AE8050E-067A-1BF5-3DA6-2E396F6AB7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D144AFE3-00F6-FA4B-A41D-E0661616D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00B907-50FF-A432-570E-281444D94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2FD326-8200-1D91-A4D4-0EE78E0093B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03540713-E7EF-D04A-35A6-8F7630A9E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F6A37BB-7C2E-BAB5-7E69-5E3971EE5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3682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C57C806-B6B4-EB6A-CA24-05634028DF65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9E2E804-5192-5DAB-4F1F-1C7F7A97D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2A50F295-4FF4-9133-EA93-3E6485128B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5E1528-45A2-FE26-8EFD-B4989A8391A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73A2B493-39CC-1831-88FE-302C54948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4C9E4019-DA02-BAFA-E150-5F27374780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D5A807D-B1D2-9D0C-2D9A-345F108D2D7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5C192A2-8F56-5374-9204-F936795E9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7D9927A2-9F51-FDD9-63FC-82B80463F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92B4EA7-F696-2C84-DCE6-D80B34A296B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0FD305-CCA1-5DF7-2BD0-FF850D160E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143AA74-2CD7-94FF-130C-05D59A8EAA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6128C33-BBE4-CC72-2071-D37311CCB2D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C14F01-817D-EA38-D5A3-7B45641148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B191F81E-D8A5-F8BF-8A55-24DCF23BF0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D2D8EEF-5DC1-E20D-D01C-9C40EA2C1E80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C27EC152-24A1-EDC8-ABAD-F2AD3942D2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06B2760C-AB6A-87FB-57A8-D7B45355B3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2018513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 dirty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 dirty="0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688EFCE-97F4-CFB9-D917-D9C32832B7F1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5B5BDE01-73B8-1CF0-6A00-F823303BC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BE1B1AB-FA83-D475-DC00-A5644E5857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C353B3B-39D5-0C9A-4B9A-BB5DAF6A0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392" y="2810480"/>
            <a:ext cx="3600000" cy="4084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Telefonnummer einfügen</a:t>
            </a:r>
          </a:p>
          <a:p>
            <a:pPr lvl="0"/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37A1767-8D9A-EE6E-8998-874033C3F7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8392" y="3504666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27B9ED0-EAF7-717C-61C7-946F59DBC5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16466" y="4512521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669" r:id="rId3"/>
    <p:sldLayoutId id="2147483663" r:id="rId4"/>
    <p:sldLayoutId id="2147483676" r:id="rId5"/>
    <p:sldLayoutId id="2147483671" r:id="rId6"/>
    <p:sldLayoutId id="2147483677" r:id="rId7"/>
    <p:sldLayoutId id="2147483681" r:id="rId8"/>
    <p:sldLayoutId id="2147483683" r:id="rId9"/>
    <p:sldLayoutId id="2147483674" r:id="rId10"/>
    <p:sldLayoutId id="2147483675" r:id="rId11"/>
    <p:sldLayoutId id="2147483662" r:id="rId12"/>
    <p:sldLayoutId id="2147483707" r:id="rId13"/>
    <p:sldLayoutId id="2147483706" r:id="rId14"/>
    <p:sldLayoutId id="2147483708" r:id="rId15"/>
    <p:sldLayoutId id="2147483705" r:id="rId16"/>
    <p:sldLayoutId id="214748366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ommunikation@oth-regensburg.de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dirty="0"/>
              <a:t>Data Forecast Generator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de-DE" sz="20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Projekt 6 -</a:t>
            </a:r>
            <a:endParaRPr lang="de-DE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A8503C-1687-F9CF-75A6-441253ECCF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DA5A2-B2BF-473D-A67B-E1B62D4B72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KI Projekt | Sina Brunner, Lars Nettersheim, John Schwarz, Leon Ulbrich, Felix Wensky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D1AC3-E7EE-D587-2EC9-2F207B49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pic>
        <p:nvPicPr>
          <p:cNvPr id="9" name="Bildplatzhalter 8" descr="Ein Bild, das Wolke, draußen, Gras, Himmel enthält.&#10;&#10;Automatisch generierte Beschreibung">
            <a:extLst>
              <a:ext uri="{FF2B5EF4-FFF2-40B4-BE49-F238E27FC236}">
                <a16:creationId xmlns:a16="http://schemas.microsoft.com/office/drawing/2014/main" id="{77DCF7FA-EA09-EDFC-A3BE-4F49B86ED42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" b="8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243F3DD-3A82-4C37-7893-A1CD1D5E8C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AB3BC2A-A1CF-319D-DB72-C39D63DF7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83B08F1-24AA-9D93-1780-B9A8C4207A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Bitte löschen Sie die Folien 1-5 aus Ihrer Präsentation. Diese Folien dienen nur für allgemeine Hinweise zur Nutzung der Vorlagen.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Bitte wenden Sie sich bei Fragen oder Anmerkungen an </a:t>
            </a:r>
            <a:r>
              <a:rPr lang="de-DE" dirty="0">
                <a:hlinkClick r:id="rId2"/>
              </a:rPr>
              <a:t>kommunikation@oth-regensburg.de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E59BA97-E8DF-58DA-61CD-A073C1BE65C0}"/>
              </a:ext>
            </a:extLst>
          </p:cNvPr>
          <p:cNvCxnSpPr>
            <a:cxnSpLocks/>
          </p:cNvCxnSpPr>
          <p:nvPr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FF9A9E24-B62E-A31E-AE20-E571D5E7B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dirty="0"/>
              <a:t>Hinweise zur Nutzung der Vorlagen</a:t>
            </a:r>
          </a:p>
          <a:p>
            <a:pPr lvl="0"/>
            <a:endParaRPr lang="de-DE" dirty="0"/>
          </a:p>
        </p:txBody>
      </p:sp>
      <p:sp>
        <p:nvSpPr>
          <p:cNvPr id="10" name="Textplatzhalter 20">
            <a:extLst>
              <a:ext uri="{FF2B5EF4-FFF2-40B4-BE49-F238E27FC236}">
                <a16:creationId xmlns:a16="http://schemas.microsoft.com/office/drawing/2014/main" id="{6083A0B9-04A1-69B8-FC6E-9630A3C82F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Allgemeine Hinweise</a:t>
            </a:r>
          </a:p>
        </p:txBody>
      </p:sp>
    </p:spTree>
    <p:extLst>
      <p:ext uri="{BB962C8B-B14F-4D97-AF65-F5344CB8AC3E}">
        <p14:creationId xmlns:p14="http://schemas.microsoft.com/office/powerpoint/2010/main" val="316901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6DF4B18-6E4A-B8AF-4C30-F8C9C4D5E9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Stabsstelle Kommunikation</a:t>
            </a:r>
          </a:p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1755B3-D6D0-0BDE-01FC-40B3DB5F0E9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KI Projekt | Sina Brunner, Lars Nettersheim, John Schwarz, Leon Ulbrich, Felix Wensky 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C5996F-6B19-3176-B1A5-177D23732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7147D1-2036-95F4-774C-93DDF33786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FB1FE0-8CCF-260D-D940-384FF80C15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Bitte wenden Sie sich bei Fragen an uns</a:t>
            </a: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D506ADA-D51D-0F47-C6FF-2523D3DFC68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0FF552A-A38F-6D61-A136-653E08D20C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 err="1"/>
              <a:t>Seybothstraße</a:t>
            </a:r>
            <a:r>
              <a:rPr lang="de-DE" dirty="0"/>
              <a:t> 2</a:t>
            </a:r>
          </a:p>
          <a:p>
            <a:r>
              <a:rPr lang="de-DE" dirty="0"/>
              <a:t>93053 Regensburg</a:t>
            </a:r>
          </a:p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938A625-4C84-E31C-2D1C-B2221751D30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48392" y="4513899"/>
            <a:ext cx="3600000" cy="408495"/>
          </a:xfrm>
        </p:spPr>
        <p:txBody>
          <a:bodyPr/>
          <a:lstStyle/>
          <a:p>
            <a:r>
              <a:rPr lang="de-DE" dirty="0"/>
              <a:t>kommunikation@oth-regensburg.de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67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Gruppe_x0020_Studierende xmlns="f6fd5e78-b8f3-4cb0-91f9-df1f4af60ed7">Ja</Gruppe_x0020_Studierende>
    <Pr_x00fc_fer xmlns="f6fd5e78-b8f3-4cb0-91f9-df1f4af60ed7">
      <UserInfo>
        <DisplayName>Alisa Weinhold</DisplayName>
        <AccountId>294</AccountId>
        <AccountType/>
      </UserInfo>
    </Pr_x00fc_fer>
    <Freigeber xmlns="f6fd5e78-b8f3-4cb0-91f9-df1f4af60ed7">
      <UserInfo>
        <DisplayName>Alisa Weinhold</DisplayName>
        <AccountId>294</AccountId>
        <AccountType/>
      </UserInfo>
    </Freigeber>
    <Bezeichnung xmlns="f6fd5e78-b8f3-4cb0-91f9-df1f4af60ed7">Hochschulpräsentation OTH Regensburg - Vereinfachte Version - 16x9</Bezeichnung>
    <Dokumentenart0 xmlns="f6fd5e78-b8f3-4cb0-91f9-df1f4af60ed7">Allgemeine Information</Dokumentenart0>
    <Ersteller xmlns="f6fd5e78-b8f3-4cb0-91f9-df1f4af60ed7">
      <UserInfo>
        <DisplayName>Guelay Sahil</DisplayName>
        <AccountId>439</AccountId>
        <AccountType/>
      </UserInfo>
    </Ersteller>
    <Ausgabedatum xmlns="f6fd5e78-b8f3-4cb0-91f9-df1f4af60ed7">2024-06-11T22:00:00+00:00</Ausgabedatum>
    <G_x00fc_ltig_x0020_bis xmlns="f6fd5e78-b8f3-4cb0-91f9-df1f4af60ed7">2026-06-11T22:00:00+00:00</G_x00fc_ltig_x0020_bis>
    <Verantwortlich xmlns="f6fd5e78-b8f3-4cb0-91f9-df1f4af60ed7">Kom</Verantwortlich>
    <Dokumentenart xmlns="f6fd5e78-b8f3-4cb0-91f9-df1f4af60ed7">Kommunikation</Dokumentenart>
    <_dlc_DocId xmlns="7a12b140-0691-4f70-b58e-f168b3d46def">MJAR55X3VR3P-1995469596-876</_dlc_DocId>
    <_dlc_DocIdUrl xmlns="7a12b140-0691-4f70-b58e-f168b3d46def">
      <Url>https://sp.hs-regensburg.de/QuO/QuD-Portal/_layouts/15/DocIdRedir.aspx?ID=MJAR55X3VR3P-1995469596-876</Url>
      <Description>MJAR55X3VR3P-1995469596-876</Description>
    </_dlc_DocIdUrl>
    <SharedWithDetails xmlns="f6fd5e78-b8f3-4cb0-91f9-df1f4af60ed7" xsi:nil="true"/>
    <SharedWithUsers xmlns="f6fd5e78-b8f3-4cb0-91f9-df1f4af60ed7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122D5DF3E7384394A6965D22B98D58" ma:contentTypeVersion="21" ma:contentTypeDescription="Ein neues Dokument erstellen." ma:contentTypeScope="" ma:versionID="e9bcec3d4b4d820f1fd8570952de6515">
  <xsd:schema xmlns:xsd="http://www.w3.org/2001/XMLSchema" xmlns:xs="http://www.w3.org/2001/XMLSchema" xmlns:p="http://schemas.microsoft.com/office/2006/metadata/properties" xmlns:ns1="f6fd5e78-b8f3-4cb0-91f9-df1f4af60ed7" xmlns:ns3="7a12b140-0691-4f70-b58e-f168b3d46def" xmlns:ns4="http://schemas.microsoft.com/sharepoint/v4" targetNamespace="http://schemas.microsoft.com/office/2006/metadata/properties" ma:root="true" ma:fieldsID="198a3c60e0180174d8b93c3e1685b8c6" ns1:_="" ns3:_="" ns4:_="">
    <xsd:import namespace="f6fd5e78-b8f3-4cb0-91f9-df1f4af60ed7"/>
    <xsd:import namespace="7a12b140-0691-4f70-b58e-f168b3d46de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Gruppe_x0020_Studierende" minOccurs="0"/>
                <xsd:element ref="ns1:SharedWithUsers" minOccurs="0"/>
                <xsd:element ref="ns1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fd5e78-b8f3-4cb0-91f9-df1f4af60ed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 ma:readOnly="false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 ma:readOnly="false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  <xsd:enumeration value="ZiL"/>
        </xsd:restriction>
      </xsd:simpleType>
    </xsd:element>
    <xsd:element name="Dokumentenart" ma:index="2" nillable="true" ma:displayName="Ordnerzuordnung" ma:format="Dropdown" ma:internalName="Dokumentenart" ma:readOnly="false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Gebäude und Technik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IT-Zentrum"/>
          <xsd:enumeration value="Hochschulwahl"/>
        </xsd:restriction>
      </xsd:simpleType>
    </xsd:element>
    <xsd:element name="Bezeichnung" ma:index="4" nillable="true" ma:displayName="Bezeichnung" ma:internalName="Bezeichnung" ma:readOnly="false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 ma:readOnly="false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 ma:readOnly="false">
      <xsd:simpleType>
        <xsd:restriction base="dms:DateTime"/>
      </xsd:simpleType>
    </xsd:element>
    <xsd:element name="Ersteller" ma:index="8" nillable="true" ma:displayName="Erstellung" ma:list="UserInfo" ma:internalName="Erstell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internalName="Pr_x00fc_f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internalName="Freigeb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ruppe_x0020_Studierende" ma:index="21" nillable="true" ma:displayName="Gruppe Studierende" ma:format="RadioButtons" ma:internalName="Gruppe_x0020_Studierende" ma:readOnly="false">
      <xsd:simpleType>
        <xsd:restriction base="dms:Choice">
          <xsd:enumeration value="Ja"/>
          <xsd:enumeration value="Nein"/>
        </xsd:restriction>
      </xsd:simpleType>
    </xsd:element>
    <xsd:element name="SharedWithUsers" ma:index="22" nillable="true" ma:displayName="Freigegeben für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2b140-0691-4f70-b58e-f168b3d46def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internalName="IconOverlay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356504-F539-424F-9E83-9400624CC88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971c57a-c4d2-41d0-9c55-e961d64dde2b"/>
    <ds:schemaRef ds:uri="2b7adb41-54c0-423e-891d-f7b9e3223bd8"/>
    <ds:schemaRef ds:uri="http://www.w3.org/XML/1998/namespace"/>
    <ds:schemaRef ds:uri="60ae07f9-c710-4147-a4bb-ffce3af5c857"/>
    <ds:schemaRef ds:uri="http://schemas.microsoft.com/sharepoint/v4"/>
    <ds:schemaRef ds:uri="44449387-be1d-4a23-a037-6363c2cb9483"/>
    <ds:schemaRef ds:uri="f6fd5e78-b8f3-4cb0-91f9-df1f4af60ed7"/>
    <ds:schemaRef ds:uri="7a12b140-0691-4f70-b58e-f168b3d46def"/>
  </ds:schemaRefs>
</ds:datastoreItem>
</file>

<file path=customXml/itemProps2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685AF1-9D8B-4832-88E0-313350BCFD5E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7C641D0-CE2F-43BA-A7E4-2DA0F4189B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fd5e78-b8f3-4cb0-91f9-df1f4af60ed7"/>
    <ds:schemaRef ds:uri="7a12b140-0691-4f70-b58e-f168b3d46de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124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Lucida Sans</vt:lpstr>
      <vt:lpstr>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John Schwarz</cp:lastModifiedBy>
  <cp:revision>133</cp:revision>
  <dcterms:created xsi:type="dcterms:W3CDTF">2023-07-23T18:15:39Z</dcterms:created>
  <dcterms:modified xsi:type="dcterms:W3CDTF">2026-04-30T09:57:00Z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0x010100A2122D5DF3E7384394A6965D22B98D58</vt:lpwstr>
  </property>
  <property fmtid="{D5CDD505-2E9C-101B-9397-08002B2CF9AE}" pid="3" name="MediaServiceImageTags">
    <vt:lpwstr/>
  </property>
  <property fmtid="{D5CDD505-2E9C-101B-9397-08002B2CF9AE}" pid="4" name="_dlc_DocIdItemGuid">
    <vt:lpwstr>2d86ab63-b84b-45bf-aa8e-152de23f3fa8</vt:lpwstr>
  </property>
  <property fmtid="{D5CDD505-2E9C-101B-9397-08002B2CF9AE}" pid="5" name="Prüfung">
    <vt:lpwstr>68</vt:lpwstr>
  </property>
  <property fmtid="{D5CDD505-2E9C-101B-9397-08002B2CF9AE}" pid="6" name="Erstellung">
    <vt:lpwstr>72</vt:lpwstr>
  </property>
  <property fmtid="{D5CDD505-2E9C-101B-9397-08002B2CF9AE}" pid="7" name="Ordnerzuordnung">
    <vt:lpwstr>Kommunikation</vt:lpwstr>
  </property>
  <property fmtid="{D5CDD505-2E9C-101B-9397-08002B2CF9AE}" pid="8" name="Wert der Dokument-ID">
    <vt:lpwstr>MJAR55X3VR3P-1995469596-876</vt:lpwstr>
  </property>
  <property fmtid="{D5CDD505-2E9C-101B-9397-08002B2CF9AE}" pid="9" name="Freigabe">
    <vt:lpwstr>68</vt:lpwstr>
  </property>
  <property fmtid="{D5CDD505-2E9C-101B-9397-08002B2CF9AE}" pid="10" name="Thema">
    <vt:lpwstr>Vorlage</vt:lpwstr>
  </property>
  <property fmtid="{D5CDD505-2E9C-101B-9397-08002B2CF9AE}" pid="11" name="Automatische-DNR-Vergabe">
    <vt:lpwstr>https://othrgb.sharepoint.com/sites/sps_quo/qud-portal/_layouts/15/wrkstat.aspx?list=60ae07f9-c710-4147-a4bb-ffce3af5c857&amp;workflowinstancename=604c5300-fe88-4c3b-9e86-5b3313bf58cc, Stufe 1</vt:lpwstr>
  </property>
  <property fmtid="{D5CDD505-2E9C-101B-9397-08002B2CF9AE}" pid="12" name="D-Nr">
    <vt:lpwstr>876</vt:lpwstr>
  </property>
</Properties>
</file>