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handoutMasterIdLst>
    <p:handoutMasterId r:id="rId23"/>
  </p:handoutMasterIdLst>
  <p:sldIdLst>
    <p:sldId id="261" r:id="rId6"/>
    <p:sldId id="257" r:id="rId7"/>
    <p:sldId id="264" r:id="rId8"/>
    <p:sldId id="266" r:id="rId9"/>
    <p:sldId id="263" r:id="rId10"/>
    <p:sldId id="270" r:id="rId11"/>
    <p:sldId id="267" r:id="rId12"/>
    <p:sldId id="268" r:id="rId13"/>
    <p:sldId id="269" r:id="rId14"/>
    <p:sldId id="273" r:id="rId15"/>
    <p:sldId id="274" r:id="rId16"/>
    <p:sldId id="275" r:id="rId17"/>
    <p:sldId id="272" r:id="rId18"/>
    <p:sldId id="276" r:id="rId19"/>
    <p:sldId id="277" r:id="rId20"/>
    <p:sldId id="262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634" userDrawn="1">
          <p15:clr>
            <a:srgbClr val="A4A3A4"/>
          </p15:clr>
        </p15:guide>
        <p15:guide id="4" pos="438" userDrawn="1">
          <p15:clr>
            <a:srgbClr val="A4A3A4"/>
          </p15:clr>
        </p15:guide>
        <p15:guide id="5" pos="7242" userDrawn="1">
          <p15:clr>
            <a:srgbClr val="A4A3A4"/>
          </p15:clr>
        </p15:guide>
        <p15:guide id="6" pos="211" userDrawn="1">
          <p15:clr>
            <a:srgbClr val="A4A3A4"/>
          </p15:clr>
        </p15:guide>
        <p15:guide id="7" orient="horz" pos="3385" userDrawn="1">
          <p15:clr>
            <a:srgbClr val="A4A3A4"/>
          </p15:clr>
        </p15:guide>
        <p15:guide id="8" orient="horz" pos="3861" userDrawn="1">
          <p15:clr>
            <a:srgbClr val="A4A3A4"/>
          </p15:clr>
        </p15:guide>
        <p15:guide id="9" pos="7469" userDrawn="1">
          <p15:clr>
            <a:srgbClr val="A4A3A4"/>
          </p15:clr>
        </p15:guide>
        <p15:guide id="10" orient="horz" pos="1026" userDrawn="1">
          <p15:clr>
            <a:srgbClr val="A4A3A4"/>
          </p15:clr>
        </p15:guide>
        <p15:guide id="11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7D00"/>
    <a:srgbClr val="C22E0C"/>
    <a:srgbClr val="FFED00"/>
    <a:srgbClr val="D5D2C2"/>
    <a:srgbClr val="831F82"/>
    <a:srgbClr val="DEDC00"/>
    <a:srgbClr val="00964F"/>
    <a:srgbClr val="009BAC"/>
    <a:srgbClr val="164194"/>
    <a:srgbClr val="CBD5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F8FB6-A01C-472B-AC4C-70A4C2D50B53}" v="2" dt="2024-02-06T12:45:52.104"/>
    <p1510:client id="{4412A895-FB4C-416A-93E7-05F13861E398}" v="1" dt="2024-02-07T09:51:05.1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59" autoAdjust="0"/>
    <p:restoredTop sz="94740"/>
  </p:normalViewPr>
  <p:slideViewPr>
    <p:cSldViewPr snapToGrid="0" showGuides="1">
      <p:cViewPr>
        <p:scale>
          <a:sx n="130" d="100"/>
          <a:sy n="130" d="100"/>
        </p:scale>
        <p:origin x="872" y="624"/>
      </p:cViewPr>
      <p:guideLst>
        <p:guide orient="horz" pos="2160"/>
        <p:guide pos="3840"/>
        <p:guide orient="horz" pos="3634"/>
        <p:guide pos="438"/>
        <p:guide pos="7242"/>
        <p:guide pos="211"/>
        <p:guide orient="horz" pos="3385"/>
        <p:guide orient="horz" pos="3861"/>
        <p:guide pos="7469"/>
        <p:guide orient="horz" pos="1026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3174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handoutMaster" Target="handoutMasters/handout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isa Weinhold" userId="4a14153a-c6ba-41d6-8e8a-90a9b5448ed3" providerId="ADAL" clId="{9B3EBCAD-B912-4D24-9E29-48B3BF02DFD4}"/>
    <pc:docChg chg="delSld">
      <pc:chgData name="Alisa Weinhold" userId="4a14153a-c6ba-41d6-8e8a-90a9b5448ed3" providerId="ADAL" clId="{9B3EBCAD-B912-4D24-9E29-48B3BF02DFD4}" dt="2024-02-07T09:54:51.874" v="5" actId="6014"/>
      <pc:docMkLst>
        <pc:docMk/>
      </pc:docMkLst>
      <pc:sldChg chg="del">
        <pc:chgData name="Alisa Weinhold" userId="4a14153a-c6ba-41d6-8e8a-90a9b5448ed3" providerId="ADAL" clId="{9B3EBCAD-B912-4D24-9E29-48B3BF02DFD4}" dt="2024-02-07T09:53:17.287" v="0" actId="2696"/>
        <pc:sldMkLst>
          <pc:docMk/>
          <pc:sldMk cId="740308674" sldId="260"/>
        </pc:sldMkLst>
      </pc:sldChg>
      <pc:sldMasterChg chg="modSldLayout">
        <pc:chgData name="Alisa Weinhold" userId="4a14153a-c6ba-41d6-8e8a-90a9b5448ed3" providerId="ADAL" clId="{9B3EBCAD-B912-4D24-9E29-48B3BF02DFD4}" dt="2024-02-07T09:54:51.874" v="5" actId="6014"/>
        <pc:sldMasterMkLst>
          <pc:docMk/>
          <pc:sldMasterMk cId="2055207460" sldId="2147483648"/>
        </pc:sldMasterMkLst>
        <pc:sldLayoutChg chg="mod">
          <pc:chgData name="Alisa Weinhold" userId="4a14153a-c6ba-41d6-8e8a-90a9b5448ed3" providerId="ADAL" clId="{9B3EBCAD-B912-4D24-9E29-48B3BF02DFD4}" dt="2024-02-07T09:53:53.175" v="1" actId="6014"/>
          <pc:sldLayoutMkLst>
            <pc:docMk/>
            <pc:sldMasterMk cId="2055207460" sldId="2147483648"/>
            <pc:sldLayoutMk cId="994938086" sldId="2147483671"/>
          </pc:sldLayoutMkLst>
        </pc:sldLayoutChg>
        <pc:sldLayoutChg chg="mod">
          <pc:chgData name="Alisa Weinhold" userId="4a14153a-c6ba-41d6-8e8a-90a9b5448ed3" providerId="ADAL" clId="{9B3EBCAD-B912-4D24-9E29-48B3BF02DFD4}" dt="2024-02-07T09:54:02.652" v="2" actId="6014"/>
          <pc:sldLayoutMkLst>
            <pc:docMk/>
            <pc:sldMasterMk cId="2055207460" sldId="2147483648"/>
            <pc:sldLayoutMk cId="1752045903" sldId="2147483677"/>
          </pc:sldLayoutMkLst>
        </pc:sldLayoutChg>
        <pc:sldLayoutChg chg="mod">
          <pc:chgData name="Alisa Weinhold" userId="4a14153a-c6ba-41d6-8e8a-90a9b5448ed3" providerId="ADAL" clId="{9B3EBCAD-B912-4D24-9E29-48B3BF02DFD4}" dt="2024-02-07T09:54:09.515" v="3" actId="6014"/>
          <pc:sldLayoutMkLst>
            <pc:docMk/>
            <pc:sldMasterMk cId="2055207460" sldId="2147483648"/>
            <pc:sldLayoutMk cId="3900483066" sldId="2147483681"/>
          </pc:sldLayoutMkLst>
        </pc:sldLayoutChg>
        <pc:sldLayoutChg chg="mod">
          <pc:chgData name="Alisa Weinhold" userId="4a14153a-c6ba-41d6-8e8a-90a9b5448ed3" providerId="ADAL" clId="{9B3EBCAD-B912-4D24-9E29-48B3BF02DFD4}" dt="2024-02-07T09:54:17.340" v="4" actId="6014"/>
          <pc:sldLayoutMkLst>
            <pc:docMk/>
            <pc:sldMasterMk cId="2055207460" sldId="2147483648"/>
            <pc:sldLayoutMk cId="3829570038" sldId="2147483683"/>
          </pc:sldLayoutMkLst>
        </pc:sldLayoutChg>
        <pc:sldLayoutChg chg="mod">
          <pc:chgData name="Alisa Weinhold" userId="4a14153a-c6ba-41d6-8e8a-90a9b5448ed3" providerId="ADAL" clId="{9B3EBCAD-B912-4D24-9E29-48B3BF02DFD4}" dt="2024-02-07T09:54:51.874" v="5" actId="6014"/>
          <pc:sldLayoutMkLst>
            <pc:docMk/>
            <pc:sldMasterMk cId="2055207460" sldId="2147483648"/>
            <pc:sldLayoutMk cId="1082875345" sldId="2147483705"/>
          </pc:sldLayoutMkLst>
        </pc:sldLayoutChg>
      </pc:sldMasterChg>
    </pc:docChg>
  </pc:docChgLst>
  <pc:docChgLst>
    <pc:chgData name="Christian Schmalzl" userId="6b9f0938-7dea-40f1-bacf-9f2f145ff686" providerId="ADAL" clId="{378F8FB6-A01C-472B-AC4C-70A4C2D50B53}"/>
    <pc:docChg chg="undo custSel addSld delSld modSld">
      <pc:chgData name="Christian Schmalzl" userId="6b9f0938-7dea-40f1-bacf-9f2f145ff686" providerId="ADAL" clId="{378F8FB6-A01C-472B-AC4C-70A4C2D50B53}" dt="2024-02-06T12:47:49.976" v="15" actId="680"/>
      <pc:docMkLst>
        <pc:docMk/>
      </pc:docMkLst>
      <pc:sldChg chg="modSp mod">
        <pc:chgData name="Christian Schmalzl" userId="6b9f0938-7dea-40f1-bacf-9f2f145ff686" providerId="ADAL" clId="{378F8FB6-A01C-472B-AC4C-70A4C2D50B53}" dt="2024-02-06T12:25:39.753" v="3" actId="20577"/>
        <pc:sldMkLst>
          <pc:docMk/>
          <pc:sldMk cId="3169017830" sldId="257"/>
        </pc:sldMkLst>
        <pc:spChg chg="mod">
          <ac:chgData name="Christian Schmalzl" userId="6b9f0938-7dea-40f1-bacf-9f2f145ff686" providerId="ADAL" clId="{378F8FB6-A01C-472B-AC4C-70A4C2D50B53}" dt="2024-02-06T12:25:39.753" v="3" actId="20577"/>
          <ac:spMkLst>
            <pc:docMk/>
            <pc:sldMk cId="3169017830" sldId="257"/>
            <ac:spMk id="6" creationId="{483B08F1-24AA-9D93-1780-B9A8C4207A54}"/>
          </ac:spMkLst>
        </pc:spChg>
      </pc:sldChg>
      <pc:sldChg chg="new del">
        <pc:chgData name="Christian Schmalzl" userId="6b9f0938-7dea-40f1-bacf-9f2f145ff686" providerId="ADAL" clId="{378F8FB6-A01C-472B-AC4C-70A4C2D50B53}" dt="2024-02-06T12:26:07.821" v="5" actId="680"/>
        <pc:sldMkLst>
          <pc:docMk/>
          <pc:sldMk cId="364090009" sldId="260"/>
        </pc:sldMkLst>
      </pc:sldChg>
      <pc:sldChg chg="new del">
        <pc:chgData name="Christian Schmalzl" userId="6b9f0938-7dea-40f1-bacf-9f2f145ff686" providerId="ADAL" clId="{378F8FB6-A01C-472B-AC4C-70A4C2D50B53}" dt="2024-02-06T12:26:31.765" v="9" actId="680"/>
        <pc:sldMkLst>
          <pc:docMk/>
          <pc:sldMk cId="2603785388" sldId="260"/>
        </pc:sldMkLst>
      </pc:sldChg>
      <pc:sldChg chg="addSp delSp modSp new del mod">
        <pc:chgData name="Christian Schmalzl" userId="6b9f0938-7dea-40f1-bacf-9f2f145ff686" providerId="ADAL" clId="{378F8FB6-A01C-472B-AC4C-70A4C2D50B53}" dt="2024-02-06T12:47:49.976" v="15" actId="680"/>
        <pc:sldMkLst>
          <pc:docMk/>
          <pc:sldMk cId="3929913747" sldId="260"/>
        </pc:sldMkLst>
        <pc:spChg chg="mod">
          <ac:chgData name="Christian Schmalzl" userId="6b9f0938-7dea-40f1-bacf-9f2f145ff686" providerId="ADAL" clId="{378F8FB6-A01C-472B-AC4C-70A4C2D50B53}" dt="2024-02-06T12:47:49.121" v="14"/>
          <ac:spMkLst>
            <pc:docMk/>
            <pc:sldMk cId="3929913747" sldId="260"/>
            <ac:spMk id="5" creationId="{9630ACDA-ADFF-E603-5EA8-1F3F4BCFE765}"/>
          </ac:spMkLst>
        </pc:spChg>
        <pc:picChg chg="add del mod">
          <ac:chgData name="Christian Schmalzl" userId="6b9f0938-7dea-40f1-bacf-9f2f145ff686" providerId="ADAL" clId="{378F8FB6-A01C-472B-AC4C-70A4C2D50B53}" dt="2024-02-06T12:45:52.104" v="12"/>
          <ac:picMkLst>
            <pc:docMk/>
            <pc:sldMk cId="3929913747" sldId="260"/>
            <ac:picMk id="7" creationId="{BCB8DBCB-04E1-35BA-AEB6-CA1E9DAC0AE5}"/>
          </ac:picMkLst>
        </pc:picChg>
      </pc:sldChg>
      <pc:sldChg chg="new del">
        <pc:chgData name="Christian Schmalzl" userId="6b9f0938-7dea-40f1-bacf-9f2f145ff686" providerId="ADAL" clId="{378F8FB6-A01C-472B-AC4C-70A4C2D50B53}" dt="2024-02-06T12:26:31.492" v="8" actId="680"/>
        <pc:sldMkLst>
          <pc:docMk/>
          <pc:sldMk cId="1831841891" sldId="261"/>
        </pc:sldMkLst>
      </pc:sldChg>
    </pc:docChg>
  </pc:docChgLst>
  <pc:docChgLst>
    <pc:chgData name="Alisa Weinhold" userId="S::wea39325@hs-regensburg.de::4a14153a-c6ba-41d6-8e8a-90a9b5448ed3" providerId="AD" clId="Web-{4412A895-FB4C-416A-93E7-05F13861E398}"/>
    <pc:docChg chg="addSld">
      <pc:chgData name="Alisa Weinhold" userId="S::wea39325@hs-regensburg.de::4a14153a-c6ba-41d6-8e8a-90a9b5448ed3" providerId="AD" clId="Web-{4412A895-FB4C-416A-93E7-05F13861E398}" dt="2024-02-07T09:51:05.162" v="0"/>
      <pc:docMkLst>
        <pc:docMk/>
      </pc:docMkLst>
      <pc:sldChg chg="new">
        <pc:chgData name="Alisa Weinhold" userId="S::wea39325@hs-regensburg.de::4a14153a-c6ba-41d6-8e8a-90a9b5448ed3" providerId="AD" clId="Web-{4412A895-FB4C-416A-93E7-05F13861E398}" dt="2024-02-07T09:51:05.162" v="0"/>
        <pc:sldMkLst>
          <pc:docMk/>
          <pc:sldMk cId="740308674" sldId="26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D62BF783-3B77-5574-7BDB-C060ADAAA3E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8C11402-D701-2495-D3DB-44B5A08144D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8B1069-75E4-459F-81E7-F12BB487B326}" type="datetimeFigureOut">
              <a:rPr lang="de-DE" smtClean="0"/>
              <a:t>01.05.26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152826-BD67-C4CA-3A41-AE637F92D5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FF59763-3BF1-C53C-42C3-27CFC47878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02372-862D-4B08-94DD-BA1BDCBB648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55280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A2E619-BF61-4444-8A30-4D976D0E5E7E}" type="datetimeFigureOut">
              <a:rPr lang="de-DE" smtClean="0"/>
              <a:t>01.05.26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DAC6A5-7C75-4A9A-BD8E-BD0D34126057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935976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0CF7BCD0-9768-44A4-8F8B-88737C115C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5" t="30545" r="25498" b="1"/>
          <a:stretch/>
        </p:blipFill>
        <p:spPr>
          <a:xfrm>
            <a:off x="26639" y="2490937"/>
            <a:ext cx="5078761" cy="3132167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504B5DE-528E-4B14-8528-A0AA26B8FEC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5190" y="679890"/>
            <a:ext cx="5580000" cy="948479"/>
          </a:xfrm>
          <a:prstGeom prst="rect">
            <a:avLst/>
          </a:prstGeom>
        </p:spPr>
      </p:pic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/>
          </p:cNvCxnSpPr>
          <p:nvPr userDrawn="1"/>
        </p:nvCxnSpPr>
        <p:spPr>
          <a:xfrm>
            <a:off x="5355231" y="2490937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5189" y="2492894"/>
            <a:ext cx="6342313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Präsentationstitel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16525A63-0B16-4326-A78B-61E1E1490989}"/>
              </a:ext>
            </a:extLst>
          </p:cNvPr>
          <p:cNvPicPr preferRelativeResize="0"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03" b="52378"/>
          <a:stretch/>
        </p:blipFill>
        <p:spPr>
          <a:xfrm flipH="1">
            <a:off x="9630375" y="5077460"/>
            <a:ext cx="2563200" cy="1780540"/>
          </a:xfrm>
          <a:prstGeom prst="rect">
            <a:avLst/>
          </a:prstGeom>
        </p:spPr>
      </p:pic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DD3C7F-BB53-47B3-BB90-3B56F1A0D4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82092" y="5087938"/>
            <a:ext cx="591300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cap="none" baseline="0"/>
            </a:lvl1pPr>
          </a:lstStyle>
          <a:p>
            <a:pPr lvl="0"/>
            <a:r>
              <a:rPr lang="de-DE" dirty="0"/>
              <a:t>Name, Titel</a:t>
            </a:r>
          </a:p>
        </p:txBody>
      </p:sp>
      <p:sp>
        <p:nvSpPr>
          <p:cNvPr id="17" name="Fußzeilenplatzhalter 4">
            <a:extLst>
              <a:ext uri="{FF2B5EF4-FFF2-40B4-BE49-F238E27FC236}">
                <a16:creationId xmlns:a16="http://schemas.microsoft.com/office/drawing/2014/main" id="{064479BB-1647-BFCC-D74D-EA996DF86E1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8" name="Foliennummernplatzhalter 4">
            <a:extLst>
              <a:ext uri="{FF2B5EF4-FFF2-40B4-BE49-F238E27FC236}">
                <a16:creationId xmlns:a16="http://schemas.microsoft.com/office/drawing/2014/main" id="{DC8FA0A8-5CD3-CAF2-1C6F-25BD525274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2" name="Bildplatzhalter 3">
            <a:extLst>
              <a:ext uri="{FF2B5EF4-FFF2-40B4-BE49-F238E27FC236}">
                <a16:creationId xmlns:a16="http://schemas.microsoft.com/office/drawing/2014/main" id="{20C9B0B2-364B-B5B9-09A9-1B0309B39C32}"/>
              </a:ext>
            </a:extLst>
          </p:cNvPr>
          <p:cNvSpPr>
            <a:spLocks noGrp="1" noChangeAspect="1"/>
          </p:cNvSpPr>
          <p:nvPr>
            <p:ph type="pic" sz="quarter" idx="26"/>
          </p:nvPr>
        </p:nvSpPr>
        <p:spPr>
          <a:xfrm>
            <a:off x="0" y="2183389"/>
            <a:ext cx="4790883" cy="313663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11133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1570">
          <p15:clr>
            <a:srgbClr val="FBAE40"/>
          </p15:clr>
        </p15:guide>
        <p15:guide id="3" pos="3840">
          <p15:clr>
            <a:srgbClr val="FBAE40"/>
          </p15:clr>
        </p15:guide>
        <p15:guide id="4" pos="3454">
          <p15:clr>
            <a:srgbClr val="FBAE40"/>
          </p15:clr>
        </p15:guide>
        <p15:guide id="5" orient="horz" pos="3543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rafik 49">
            <a:extLst>
              <a:ext uri="{FF2B5EF4-FFF2-40B4-BE49-F238E27FC236}">
                <a16:creationId xmlns:a16="http://schemas.microsoft.com/office/drawing/2014/main" id="{3BAB15A7-57AE-4AA5-B08E-38C12D570F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23023" y="1980196"/>
            <a:ext cx="10801350" cy="4472992"/>
          </a:xfrm>
          <a:prstGeom prst="rect">
            <a:avLst/>
          </a:prstGeom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685581C3-59B2-4343-98C4-91020C6EB263}"/>
              </a:ext>
            </a:extLst>
          </p:cNvPr>
          <p:cNvSpPr/>
          <p:nvPr userDrawn="1"/>
        </p:nvSpPr>
        <p:spPr>
          <a:xfrm>
            <a:off x="710624" y="1628775"/>
            <a:ext cx="10786051" cy="44561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000" dirty="0"/>
          </a:p>
        </p:txBody>
      </p:sp>
      <p:sp>
        <p:nvSpPr>
          <p:cNvPr id="17" name="Textplatzhalter 12">
            <a:extLst>
              <a:ext uri="{FF2B5EF4-FFF2-40B4-BE49-F238E27FC236}">
                <a16:creationId xmlns:a16="http://schemas.microsoft.com/office/drawing/2014/main" id="{BB566CE9-B87F-4169-92E7-0CD1FE2734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09341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Text bearbeiten</a:t>
            </a:r>
          </a:p>
        </p:txBody>
      </p:sp>
      <p:sp>
        <p:nvSpPr>
          <p:cNvPr id="24" name="Textplatzhalter 12">
            <a:extLst>
              <a:ext uri="{FF2B5EF4-FFF2-40B4-BE49-F238E27FC236}">
                <a16:creationId xmlns:a16="http://schemas.microsoft.com/office/drawing/2014/main" id="{157AB65D-08FC-4509-8EFE-5946AF78475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09341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27" name="Textplatzhalter 12">
            <a:extLst>
              <a:ext uri="{FF2B5EF4-FFF2-40B4-BE49-F238E27FC236}">
                <a16:creationId xmlns:a16="http://schemas.microsoft.com/office/drawing/2014/main" id="{8504DFD6-22AC-4E97-9C38-CBCC12A35A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09341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0" name="Textplatzhalter 12">
            <a:extLst>
              <a:ext uri="{FF2B5EF4-FFF2-40B4-BE49-F238E27FC236}">
                <a16:creationId xmlns:a16="http://schemas.microsoft.com/office/drawing/2014/main" id="{216D8355-3BD0-43BC-9D7C-D76373E3AAC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39925" y="2320251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3" name="Textplatzhalter 12">
            <a:extLst>
              <a:ext uri="{FF2B5EF4-FFF2-40B4-BE49-F238E27FC236}">
                <a16:creationId xmlns:a16="http://schemas.microsoft.com/office/drawing/2014/main" id="{37050F43-5393-47A9-9BED-A96E03D891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839925" y="3451913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sp>
        <p:nvSpPr>
          <p:cNvPr id="36" name="Textplatzhalter 12">
            <a:extLst>
              <a:ext uri="{FF2B5EF4-FFF2-40B4-BE49-F238E27FC236}">
                <a16:creationId xmlns:a16="http://schemas.microsoft.com/office/drawing/2014/main" id="{1EFE8ED0-915F-49F2-B99F-3565CF0BD4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839925" y="4635390"/>
            <a:ext cx="423426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/>
              <a:t>Text bearbeiten</a:t>
            </a:r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154B7DDD-4EC8-F398-71F8-596756650A2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22" name="Fußzeilenplatzhalter 4">
            <a:extLst>
              <a:ext uri="{FF2B5EF4-FFF2-40B4-BE49-F238E27FC236}">
                <a16:creationId xmlns:a16="http://schemas.microsoft.com/office/drawing/2014/main" id="{03894C40-786F-CE5E-2268-0B9A087BC5C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23" name="Foliennummernplatzhalter 4">
            <a:extLst>
              <a:ext uri="{FF2B5EF4-FFF2-40B4-BE49-F238E27FC236}">
                <a16:creationId xmlns:a16="http://schemas.microsoft.com/office/drawing/2014/main" id="{D8319E2C-9CCB-6E1B-A38D-7663FDE10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/>
          </a:p>
        </p:txBody>
      </p:sp>
      <p:sp>
        <p:nvSpPr>
          <p:cNvPr id="6" name="Textplatzhalter 20">
            <a:extLst>
              <a:ext uri="{FF2B5EF4-FFF2-40B4-BE49-F238E27FC236}">
                <a16:creationId xmlns:a16="http://schemas.microsoft.com/office/drawing/2014/main" id="{5794D0F0-7285-B8AE-281E-DC3CD9D4EEA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758632"/>
            <a:ext cx="9342000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18" name="Textplatzhalter 12">
            <a:extLst>
              <a:ext uri="{FF2B5EF4-FFF2-40B4-BE49-F238E27FC236}">
                <a16:creationId xmlns:a16="http://schemas.microsoft.com/office/drawing/2014/main" id="{D24A76E9-4CED-4D5F-6A01-C8E165B1E7F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78115" y="3477335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19" name="Textplatzhalter 12">
            <a:extLst>
              <a:ext uri="{FF2B5EF4-FFF2-40B4-BE49-F238E27FC236}">
                <a16:creationId xmlns:a16="http://schemas.microsoft.com/office/drawing/2014/main" id="{6E922C87-8CDB-5A7C-D6B4-50A5F8F559D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77565" y="4629920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0" name="Textplatzhalter 12">
            <a:extLst>
              <a:ext uri="{FF2B5EF4-FFF2-40B4-BE49-F238E27FC236}">
                <a16:creationId xmlns:a16="http://schemas.microsoft.com/office/drawing/2014/main" id="{C1C8C74C-994E-9021-6F62-71CACEAA48AE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08086" y="2312376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1" name="Textplatzhalter 12">
            <a:extLst>
              <a:ext uri="{FF2B5EF4-FFF2-40B4-BE49-F238E27FC236}">
                <a16:creationId xmlns:a16="http://schemas.microsoft.com/office/drawing/2014/main" id="{13DD4683-AE33-D9D4-992E-63FED6FAB84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03649" y="3450443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25" name="Textplatzhalter 12">
            <a:extLst>
              <a:ext uri="{FF2B5EF4-FFF2-40B4-BE49-F238E27FC236}">
                <a16:creationId xmlns:a16="http://schemas.microsoft.com/office/drawing/2014/main" id="{B7C067E9-D8EC-527D-F22A-9FBF1B1C38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106637" y="4629919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FBB3032F-2C44-83C5-5807-0B6489CE3C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Agenda bearbeiten</a:t>
            </a:r>
          </a:p>
        </p:txBody>
      </p:sp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C5B34177-F611-3977-1E10-3DA22D1AD014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platzhalter 12">
            <a:extLst>
              <a:ext uri="{FF2B5EF4-FFF2-40B4-BE49-F238E27FC236}">
                <a16:creationId xmlns:a16="http://schemas.microsoft.com/office/drawing/2014/main" id="{B0C03E30-F7EA-F3B0-AB93-709937A4E510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76249" y="2320250"/>
            <a:ext cx="433900" cy="599305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e-DE" sz="2800" b="1" kern="1200" cap="none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0184291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nnbla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DD4A78C2-5C6B-4BCD-A70D-7D738FEF741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 userDrawn="1"/>
        </p:nvCxnSpPr>
        <p:spPr>
          <a:xfrm>
            <a:off x="6874340" y="3432369"/>
            <a:ext cx="0" cy="1404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platzhalter 12">
            <a:extLst>
              <a:ext uri="{FF2B5EF4-FFF2-40B4-BE49-F238E27FC236}">
                <a16:creationId xmlns:a16="http://schemas.microsoft.com/office/drawing/2014/main" id="{F0214C57-AAE2-42B6-A95F-C39478581E6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7062054" y="3432694"/>
            <a:ext cx="4518705" cy="140335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36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Abschnittstitel</a:t>
            </a:r>
          </a:p>
          <a:p>
            <a:pPr lvl="0"/>
            <a:r>
              <a:rPr lang="de-DE" dirty="0"/>
              <a:t>bearbeiten</a:t>
            </a:r>
          </a:p>
        </p:txBody>
      </p:sp>
      <p:sp>
        <p:nvSpPr>
          <p:cNvPr id="11" name="Bildplatzhalter 2">
            <a:extLst>
              <a:ext uri="{FF2B5EF4-FFF2-40B4-BE49-F238E27FC236}">
                <a16:creationId xmlns:a16="http://schemas.microsoft.com/office/drawing/2014/main" id="{03A65BA6-83D9-48A0-812F-C64B4045A85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4"/>
          </p:nvPr>
        </p:nvSpPr>
        <p:spPr>
          <a:xfrm>
            <a:off x="486588" y="482823"/>
            <a:ext cx="6107829" cy="5892354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A7B29AF-36A7-F359-BD0C-B7ECB3C043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368AB6-D3F6-6847-583D-7FBECFCDD06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3" name="Fußzeilenplatzhalter 4">
            <a:extLst>
              <a:ext uri="{FF2B5EF4-FFF2-40B4-BE49-F238E27FC236}">
                <a16:creationId xmlns:a16="http://schemas.microsoft.com/office/drawing/2014/main" id="{E4A915FB-AA9D-82A1-C54A-0E847DE92490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010223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355AE84F-449E-43BA-9F66-C2F89B7B47A6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E710D1FC-33EB-5F62-730E-709B705D2A49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0EDD0381-30D2-5D27-E65E-5F0B589AAE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2A2AA24-B1FD-5BE3-D341-4D4CF866BD4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sp>
        <p:nvSpPr>
          <p:cNvPr id="4" name="Textplatzhalter 12">
            <a:extLst>
              <a:ext uri="{FF2B5EF4-FFF2-40B4-BE49-F238E27FC236}">
                <a16:creationId xmlns:a16="http://schemas.microsoft.com/office/drawing/2014/main" id="{0F078715-624E-0A03-8E37-2994243101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5" name="Textplatzhalter 20">
            <a:extLst>
              <a:ext uri="{FF2B5EF4-FFF2-40B4-BE49-F238E27FC236}">
                <a16:creationId xmlns:a16="http://schemas.microsoft.com/office/drawing/2014/main" id="{AB7A1905-84D7-80B9-4A1C-3F69AB25951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6">
            <a:extLst>
              <a:ext uri="{FF2B5EF4-FFF2-40B4-BE49-F238E27FC236}">
                <a16:creationId xmlns:a16="http://schemas.microsoft.com/office/drawing/2014/main" id="{4E7BA6B4-B985-210B-DAD1-D73A882E8B02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</p:txBody>
      </p:sp>
    </p:spTree>
    <p:extLst>
      <p:ext uri="{BB962C8B-B14F-4D97-AF65-F5344CB8AC3E}">
        <p14:creationId xmlns:p14="http://schemas.microsoft.com/office/powerpoint/2010/main" val="3249817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406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und 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63D0DF3-6E23-4737-816E-1F39793DA13F}"/>
              </a:ext>
            </a:extLst>
          </p:cNvPr>
          <p:cNvCxnSpPr>
            <a:cxnSpLocks/>
          </p:cNvCxnSpPr>
          <p:nvPr userDrawn="1"/>
        </p:nvCxnSpPr>
        <p:spPr>
          <a:xfrm>
            <a:off x="6243546" y="1659138"/>
            <a:ext cx="0" cy="4140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Bildplatzhalter 3">
            <a:extLst>
              <a:ext uri="{FF2B5EF4-FFF2-40B4-BE49-F238E27FC236}">
                <a16:creationId xmlns:a16="http://schemas.microsoft.com/office/drawing/2014/main" id="{81573B5D-7068-44A9-BD10-AF91C5426623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534468" y="1628775"/>
            <a:ext cx="4624387" cy="4170363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7" name="Textplatzhalter 16">
            <a:extLst>
              <a:ext uri="{FF2B5EF4-FFF2-40B4-BE49-F238E27FC236}">
                <a16:creationId xmlns:a16="http://schemas.microsoft.com/office/drawing/2014/main" id="{223AB248-A58E-44A7-9C3A-41D8DDB3B6F6}"/>
              </a:ext>
            </a:extLst>
          </p:cNvPr>
          <p:cNvSpPr>
            <a:spLocks noGrp="1" noChangeAspect="1"/>
          </p:cNvSpPr>
          <p:nvPr>
            <p:ph type="body" sz="quarter" idx="16"/>
          </p:nvPr>
        </p:nvSpPr>
        <p:spPr>
          <a:xfrm>
            <a:off x="695325" y="1635624"/>
            <a:ext cx="5276160" cy="41635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  <a:p>
            <a:pPr lvl="0"/>
            <a:endParaRPr lang="de-DE" dirty="0"/>
          </a:p>
        </p:txBody>
      </p:sp>
      <p:sp>
        <p:nvSpPr>
          <p:cNvPr id="19" name="Textplatzhalter 18">
            <a:extLst>
              <a:ext uri="{FF2B5EF4-FFF2-40B4-BE49-F238E27FC236}">
                <a16:creationId xmlns:a16="http://schemas.microsoft.com/office/drawing/2014/main" id="{6B37FCF9-12DC-4309-B18D-884BD5D83F29}"/>
              </a:ext>
            </a:extLst>
          </p:cNvPr>
          <p:cNvSpPr>
            <a:spLocks noGrp="1" noChangeAspect="1"/>
          </p:cNvSpPr>
          <p:nvPr>
            <p:ph type="body" sz="quarter" idx="17" hasCustomPrompt="1"/>
          </p:nvPr>
        </p:nvSpPr>
        <p:spPr>
          <a:xfrm rot="16200000">
            <a:off x="5205850" y="2504121"/>
            <a:ext cx="2092325" cy="341632"/>
          </a:xfrm>
          <a:prstGeom prst="rect">
            <a:avLst/>
          </a:prstGeom>
          <a:solidFill>
            <a:schemeClr val="bg1"/>
          </a:solidFill>
        </p:spPr>
        <p:txBody>
          <a:bodyPr wrap="square" anchor="ctr">
            <a:spAutoFit/>
          </a:bodyPr>
          <a:lstStyle>
            <a:lvl1pPr marL="0" indent="0" algn="r">
              <a:buNone/>
              <a:defRPr sz="1800" cap="none" baseline="0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50DB9C2F-391B-8AB1-F0C2-FD65D2E9DC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64C625DA-61BE-7DDE-23F1-B7C934AC6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56A53E60-99B7-74FB-34F3-F2751302C6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4723654-341A-EDFE-0B9D-B12947FA1BDB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5091A975-7054-629F-959B-9953B5B0530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B4F8A090-4008-142B-4C28-277F7094C00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0843332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421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3">
            <a:extLst>
              <a:ext uri="{FF2B5EF4-FFF2-40B4-BE49-F238E27FC236}">
                <a16:creationId xmlns:a16="http://schemas.microsoft.com/office/drawing/2014/main" id="{86434FF1-F51D-48C3-AA65-F499D03561F4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711200" y="1628775"/>
            <a:ext cx="10785475" cy="442703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59A2F5D1-4E52-C7E3-9C92-024C2B20368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0D54374A-EF6C-C0A7-3D9C-275EFACE0A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243A6605-81C1-D2B9-4833-C2F8940BC1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182A23D-A293-1F79-1255-802918F7AEA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22B7E807-5666-DF42-8E55-2357C23669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997D11E9-E87E-2225-BDB2-654BE764024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9949380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100859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5" name="Bildplatzhalter 5">
            <a:extLst>
              <a:ext uri="{FF2B5EF4-FFF2-40B4-BE49-F238E27FC236}">
                <a16:creationId xmlns:a16="http://schemas.microsoft.com/office/drawing/2014/main" id="{6D101ECF-B33E-4877-9934-905496B4FD37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7242172" y="1628775"/>
            <a:ext cx="4254500" cy="337680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100859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D7545F24-CEF5-4C07-B5BF-74A54EC87B0E}"/>
              </a:ext>
            </a:extLst>
          </p:cNvPr>
          <p:cNvSpPr>
            <a:spLocks noChangeAspect="1"/>
          </p:cNvSpPr>
          <p:nvPr/>
        </p:nvSpPr>
        <p:spPr>
          <a:xfrm>
            <a:off x="7241531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2000"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0859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12346BE-4625-4F22-B8EC-FBC04E0518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242172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1" name="Fußzeilenplatzhalter 4">
            <a:extLst>
              <a:ext uri="{FF2B5EF4-FFF2-40B4-BE49-F238E27FC236}">
                <a16:creationId xmlns:a16="http://schemas.microsoft.com/office/drawing/2014/main" id="{296E9EC4-4915-E2DF-6B10-47AA7974ED3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5" name="Foliennummernplatzhalter 4">
            <a:extLst>
              <a:ext uri="{FF2B5EF4-FFF2-40B4-BE49-F238E27FC236}">
                <a16:creationId xmlns:a16="http://schemas.microsoft.com/office/drawing/2014/main" id="{85981E93-6786-898E-FF37-70A063D7C1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12F8680-8DFD-51F6-E4AE-708416CC9D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61693E8-A001-74CE-9D80-E08319ED8CB3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3727BAC4-4BE5-EE3A-D73C-1EB9EB91C1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C5FFA1AF-3958-2A60-4D54-27CAA331AC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7520459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1003337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8" name="Bildplatzhalter 3">
            <a:extLst>
              <a:ext uri="{FF2B5EF4-FFF2-40B4-BE49-F238E27FC236}">
                <a16:creationId xmlns:a16="http://schemas.microsoft.com/office/drawing/2014/main" id="{D2BB6039-B707-4D70-9B22-E18BEBE4E244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4670949" y="1628775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1" name="Bildplatzhalter 3">
            <a:extLst>
              <a:ext uri="{FF2B5EF4-FFF2-40B4-BE49-F238E27FC236}">
                <a16:creationId xmlns:a16="http://schemas.microsoft.com/office/drawing/2014/main" id="{858490E9-6584-471A-BFC3-3990D3608239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8338561" y="1641129"/>
            <a:ext cx="3155945" cy="3816350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3A7DB32A-1F37-CC35-F26D-B17A2729AE0A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C3501C40-7E68-6D52-E79A-0ED979562E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D1FB677-3BBF-813C-3319-9393801C6D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C3BB0B1-33D7-CD45-5568-53FD454792E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C6183C85-F26B-7836-B082-B1CA6E61EEE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ABB7E082-F5C2-9E98-5298-F938293FFC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9004830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704952" y="163385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7" name="Bildplatzhalter 3">
            <a:extLst>
              <a:ext uri="{FF2B5EF4-FFF2-40B4-BE49-F238E27FC236}">
                <a16:creationId xmlns:a16="http://schemas.microsoft.com/office/drawing/2014/main" id="{435D3452-6748-4C56-A119-A26922486FAA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704952" y="414533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9" name="Bildplatzhalter 3">
            <a:extLst>
              <a:ext uri="{FF2B5EF4-FFF2-40B4-BE49-F238E27FC236}">
                <a16:creationId xmlns:a16="http://schemas.microsoft.com/office/drawing/2014/main" id="{0F62BAF0-E5F0-492C-90D0-0B56C5E08980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6200773" y="1628775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31" name="Bildplatzhalter 3">
            <a:extLst>
              <a:ext uri="{FF2B5EF4-FFF2-40B4-BE49-F238E27FC236}">
                <a16:creationId xmlns:a16="http://schemas.microsoft.com/office/drawing/2014/main" id="{6414067F-71E4-4B56-99A2-B932DD842D99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6200773" y="4140258"/>
            <a:ext cx="4995297" cy="2007091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B98F4D0D-10EF-A8BD-FAC6-1E489620DB7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8" name="Foliennummernplatzhalter 4">
            <a:extLst>
              <a:ext uri="{FF2B5EF4-FFF2-40B4-BE49-F238E27FC236}">
                <a16:creationId xmlns:a16="http://schemas.microsoft.com/office/drawing/2014/main" id="{04E1E2D0-1007-E499-2AED-801C1D1BA6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794DAD7B-FD6B-579B-52E4-A88D02EEEC1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852C8103-D8A6-1EDC-266D-81C32774B8EA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B5A85C94-0FA2-3565-5CA8-18FD3D11A4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B8D436B1-6CE6-8246-D93E-63AA702EAB9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8295700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430" userDrawn="1">
          <p15:clr>
            <a:srgbClr val="FBAE40"/>
          </p15:clr>
        </p15:guide>
        <p15:guide id="5" pos="4974" userDrawn="1">
          <p15:clr>
            <a:srgbClr val="FBAE40"/>
          </p15:clr>
        </p15:guide>
        <p15:guide id="6" pos="2706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Text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100012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100012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0012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6F72443-43B5-4437-879E-EA7079B40217}"/>
              </a:ext>
            </a:extLst>
          </p:cNvPr>
          <p:cNvSpPr>
            <a:spLocks noGrp="1" noChangeAspect="1"/>
          </p:cNvSpPr>
          <p:nvPr>
            <p:ph type="body" sz="quarter" idx="19"/>
          </p:nvPr>
        </p:nvSpPr>
        <p:spPr>
          <a:xfrm>
            <a:off x="5611813" y="1628775"/>
            <a:ext cx="5884862" cy="414178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800100" indent="-342900">
              <a:buFont typeface="Arial" panose="020B0604020202020204" pitchFamily="34" charset="0"/>
              <a:buChar char="•"/>
              <a:defRPr sz="1800"/>
            </a:lvl2pPr>
            <a:lvl3pPr>
              <a:defRPr sz="1600"/>
            </a:lvl3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  <a:p>
            <a:pPr lvl="1"/>
            <a:endParaRPr lang="de-DE" dirty="0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3AE8050E-067A-1BF5-3DA6-2E396F6AB7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D144AFE3-00F6-FA4B-A41D-E0661616D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500B907-50FF-A432-570E-281444D94EA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CC2FD326-8200-1D91-A4D4-0EE78E0093BA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03540713-E7EF-D04A-35A6-8F7630A9EB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AF6A37BB-7C2E-BAB5-7E69-5E3971EE518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9368290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63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Bild und Text lin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3">
            <a:extLst>
              <a:ext uri="{FF2B5EF4-FFF2-40B4-BE49-F238E27FC236}">
                <a16:creationId xmlns:a16="http://schemas.microsoft.com/office/drawing/2014/main" id="{517047C7-19F8-49CE-901B-12E8122157FF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6932515" y="1628775"/>
            <a:ext cx="4254500" cy="3375025"/>
          </a:xfrm>
          <a:prstGeom prst="rect">
            <a:avLst/>
          </a:prstGeom>
          <a:solidFill>
            <a:schemeClr val="bg2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762F7910-7519-4EDB-BD41-DC5461DE87DF}"/>
              </a:ext>
            </a:extLst>
          </p:cNvPr>
          <p:cNvSpPr>
            <a:spLocks noChangeAspect="1"/>
          </p:cNvSpPr>
          <p:nvPr/>
        </p:nvSpPr>
        <p:spPr>
          <a:xfrm>
            <a:off x="6932515" y="5003802"/>
            <a:ext cx="4255200" cy="44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b="1" dirty="0">
              <a:solidFill>
                <a:schemeClr val="tx1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C59C59F3-03E9-46E7-84E8-FCDFB1BE94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932515" y="5013325"/>
            <a:ext cx="4254500" cy="43021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800" b="1"/>
            </a:lvl1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6F72443-43B5-4437-879E-EA7079B40217}"/>
              </a:ext>
            </a:extLst>
          </p:cNvPr>
          <p:cNvSpPr>
            <a:spLocks noGrp="1" noChangeAspect="1"/>
          </p:cNvSpPr>
          <p:nvPr>
            <p:ph type="body" sz="quarter" idx="19"/>
          </p:nvPr>
        </p:nvSpPr>
        <p:spPr>
          <a:xfrm>
            <a:off x="702916" y="1628775"/>
            <a:ext cx="5884862" cy="4141788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 marL="800100" indent="-342900">
              <a:buFont typeface="Arial" panose="020B0604020202020204" pitchFamily="34" charset="0"/>
              <a:buChar char="•"/>
              <a:defRPr sz="1800"/>
            </a:lvl2pPr>
            <a:lvl3pPr>
              <a:defRPr sz="1600"/>
            </a:lvl3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Aufzählung</a:t>
            </a:r>
          </a:p>
          <a:p>
            <a:pPr lvl="2"/>
            <a:r>
              <a:rPr lang="de-DE" dirty="0"/>
              <a:t>Aufzählung</a:t>
            </a:r>
          </a:p>
          <a:p>
            <a:pPr lvl="0"/>
            <a:endParaRPr lang="de-DE" dirty="0"/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9754CBCD-F31D-8623-7DCE-33A945F090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1" name="Foliennummernplatzhalter 4">
            <a:extLst>
              <a:ext uri="{FF2B5EF4-FFF2-40B4-BE49-F238E27FC236}">
                <a16:creationId xmlns:a16="http://schemas.microsoft.com/office/drawing/2014/main" id="{55888A9E-D475-4CFF-BBD6-880C3F14E4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91A056-821D-DF40-720E-F0EC6EA376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DC57C806-B6B4-EB6A-CA24-05634028DF65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79E2E804-5192-5DAB-4F1F-1C7F7A97D07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2A50F295-4FF4-9133-EA93-3E6485128B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357656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158" userDrawn="1">
          <p15:clr>
            <a:srgbClr val="FBAE40"/>
          </p15:clr>
        </p15:guide>
        <p15:guide id="4" orient="horz" pos="3634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Fußzeilenplatzhalter 4">
            <a:extLst>
              <a:ext uri="{FF2B5EF4-FFF2-40B4-BE49-F238E27FC236}">
                <a16:creationId xmlns:a16="http://schemas.microsoft.com/office/drawing/2014/main" id="{9D214575-EFD6-B053-9DB6-B270AEBFED7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0" name="Foliennummernplatzhalter 4">
            <a:extLst>
              <a:ext uri="{FF2B5EF4-FFF2-40B4-BE49-F238E27FC236}">
                <a16:creationId xmlns:a16="http://schemas.microsoft.com/office/drawing/2014/main" id="{BAAFFCA8-6C08-CF69-5982-ED5CBC4A6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C837C79-D892-F510-6553-9A9FF2BA0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FA5E1528-45A2-FE26-8EFD-B4989A8391AD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73A2B493-39CC-1831-88FE-302C54948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4C9E4019-DA02-BAFA-E150-5F27374780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8883993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D7EC2AD-B910-9D38-DAD6-8230D05BBC96}"/>
              </a:ext>
            </a:extLst>
          </p:cNvPr>
          <p:cNvSpPr/>
          <p:nvPr/>
        </p:nvSpPr>
        <p:spPr>
          <a:xfrm>
            <a:off x="3848101" y="2437295"/>
            <a:ext cx="7648574" cy="363330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EFB6736E-280A-B902-A03E-6B73ABBA9B3A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A01B76AC-0E6D-6A71-3C5A-7961C1F4407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1200" y="2436813"/>
            <a:ext cx="3136900" cy="36337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14" name="Textplatzhalter 29">
            <a:extLst>
              <a:ext uri="{FF2B5EF4-FFF2-40B4-BE49-F238E27FC236}">
                <a16:creationId xmlns:a16="http://schemas.microsoft.com/office/drawing/2014/main" id="{22A386C0-259C-B17A-6883-3B44913C091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15" name="Textplatzhalter 24">
            <a:extLst>
              <a:ext uri="{FF2B5EF4-FFF2-40B4-BE49-F238E27FC236}">
                <a16:creationId xmlns:a16="http://schemas.microsoft.com/office/drawing/2014/main" id="{35780F4A-423F-E1A8-755F-9333C90C522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17" name="Textplatzhalter 24">
            <a:extLst>
              <a:ext uri="{FF2B5EF4-FFF2-40B4-BE49-F238E27FC236}">
                <a16:creationId xmlns:a16="http://schemas.microsoft.com/office/drawing/2014/main" id="{95ECF1F0-7A90-9EB1-9FBA-1304814AAD3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29757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19" name="Fußzeilenplatzhalter 4">
            <a:extLst>
              <a:ext uri="{FF2B5EF4-FFF2-40B4-BE49-F238E27FC236}">
                <a16:creationId xmlns:a16="http://schemas.microsoft.com/office/drawing/2014/main" id="{4005610B-85E6-A64F-4063-284680495F2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20" name="Foliennummernplatzhalter 4">
            <a:extLst>
              <a:ext uri="{FF2B5EF4-FFF2-40B4-BE49-F238E27FC236}">
                <a16:creationId xmlns:a16="http://schemas.microsoft.com/office/drawing/2014/main" id="{D52AA5DE-D356-1E50-D05D-F5E71CCDC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8DF32513-E0C3-F682-75B9-26B65988471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D5A807D-B1D2-9D0C-2D9A-345F108D2D7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5C192A2-8F56-5374-9204-F936795E92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7D9927A2-9F51-FDD9-63FC-82B80463FA1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2499704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3871914" y="4425115"/>
            <a:ext cx="764857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3848101" y="2437295"/>
            <a:ext cx="7648574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3706201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3720900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1D545E1-DBD6-9726-CC38-B1C6ABB9D0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5324" y="2436813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1" name="Bildplatzhalter 19">
            <a:extLst>
              <a:ext uri="{FF2B5EF4-FFF2-40B4-BE49-F238E27FC236}">
                <a16:creationId xmlns:a16="http://schemas.microsoft.com/office/drawing/2014/main" id="{910A2A80-2842-3262-4517-11ED166F3C54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95324" y="4425115"/>
            <a:ext cx="3152776" cy="17240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endParaRPr lang="de-DE" dirty="0"/>
          </a:p>
        </p:txBody>
      </p: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152900" y="4551795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38201" y="4989752"/>
            <a:ext cx="7181850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152900" y="2986870"/>
            <a:ext cx="7181850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52900" y="2534474"/>
            <a:ext cx="7181850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32" name="Fußzeilenplatzhalter 4">
            <a:extLst>
              <a:ext uri="{FF2B5EF4-FFF2-40B4-BE49-F238E27FC236}">
                <a16:creationId xmlns:a16="http://schemas.microsoft.com/office/drawing/2014/main" id="{A191056D-0C62-47F0-3DD7-759AA20FF03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3" name="Foliennummernplatzhalter 4">
            <a:extLst>
              <a:ext uri="{FF2B5EF4-FFF2-40B4-BE49-F238E27FC236}">
                <a16:creationId xmlns:a16="http://schemas.microsoft.com/office/drawing/2014/main" id="{C0755DE2-7C86-361D-3C1A-D6125376A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4060F0-28FD-A523-D224-9200449C7CD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192B4EA7-F696-2C84-DCE6-D80B34A296BD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platzhalter 12">
            <a:extLst>
              <a:ext uri="{FF2B5EF4-FFF2-40B4-BE49-F238E27FC236}">
                <a16:creationId xmlns:a16="http://schemas.microsoft.com/office/drawing/2014/main" id="{F80FD305-CCA1-5DF7-2BD0-FF850D160E2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C143AA74-2CD7-94FF-130C-05D59A8EAA7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2749493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 und blauer Hintergr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 5">
            <a:extLst>
              <a:ext uri="{FF2B5EF4-FFF2-40B4-BE49-F238E27FC236}">
                <a16:creationId xmlns:a16="http://schemas.microsoft.com/office/drawing/2014/main" id="{980B8758-FD68-4887-9646-FA83B8DC857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2242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3819551A-0FD0-47C5-5DBB-19FB1BEB93EA}"/>
              </a:ext>
            </a:extLst>
          </p:cNvPr>
          <p:cNvSpPr/>
          <p:nvPr/>
        </p:nvSpPr>
        <p:spPr>
          <a:xfrm>
            <a:off x="710624" y="4425115"/>
            <a:ext cx="10809864" cy="165673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9066979-42B2-A601-C58D-1BB4CF02DE8C}"/>
              </a:ext>
            </a:extLst>
          </p:cNvPr>
          <p:cNvSpPr/>
          <p:nvPr/>
        </p:nvSpPr>
        <p:spPr>
          <a:xfrm>
            <a:off x="710624" y="2437295"/>
            <a:ext cx="10786051" cy="175287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0064775-9F58-D536-1CB3-231CB1AAFC89}"/>
              </a:ext>
            </a:extLst>
          </p:cNvPr>
          <p:cNvCxnSpPr>
            <a:cxnSpLocks/>
          </p:cNvCxnSpPr>
          <p:nvPr userDrawn="1"/>
        </p:nvCxnSpPr>
        <p:spPr>
          <a:xfrm>
            <a:off x="705826" y="2779075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EC8F89D5-64C5-1F4F-15C4-C2358D91AB4B}"/>
              </a:ext>
            </a:extLst>
          </p:cNvPr>
          <p:cNvCxnSpPr>
            <a:cxnSpLocks/>
          </p:cNvCxnSpPr>
          <p:nvPr userDrawn="1"/>
        </p:nvCxnSpPr>
        <p:spPr>
          <a:xfrm>
            <a:off x="701475" y="4783294"/>
            <a:ext cx="432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platzhalter 24">
            <a:extLst>
              <a:ext uri="{FF2B5EF4-FFF2-40B4-BE49-F238E27FC236}">
                <a16:creationId xmlns:a16="http://schemas.microsoft.com/office/drawing/2014/main" id="{29A298FE-DB54-5F70-559B-758457CBD6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2624" y="4551795"/>
            <a:ext cx="10192126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6" name="Textplatzhalter 24">
            <a:extLst>
              <a:ext uri="{FF2B5EF4-FFF2-40B4-BE49-F238E27FC236}">
                <a16:creationId xmlns:a16="http://schemas.microsoft.com/office/drawing/2014/main" id="{B9A87946-E95C-B361-8439-6B013FEA9B2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33475" y="4989752"/>
            <a:ext cx="10186576" cy="932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7" name="Textplatzhalter 24">
            <a:extLst>
              <a:ext uri="{FF2B5EF4-FFF2-40B4-BE49-F238E27FC236}">
                <a16:creationId xmlns:a16="http://schemas.microsoft.com/office/drawing/2014/main" id="{5B3891CE-5F33-ADC7-5793-CC2068A4B3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33475" y="2986870"/>
            <a:ext cx="10201275" cy="10669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28" name="Textplatzhalter 24">
            <a:extLst>
              <a:ext uri="{FF2B5EF4-FFF2-40B4-BE49-F238E27FC236}">
                <a16:creationId xmlns:a16="http://schemas.microsoft.com/office/drawing/2014/main" id="{8A9F594F-6C1D-F093-DC7E-D3A481A27C4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33475" y="2534474"/>
            <a:ext cx="10201275" cy="4365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 einfügen</a:t>
            </a:r>
          </a:p>
        </p:txBody>
      </p:sp>
      <p:sp>
        <p:nvSpPr>
          <p:cNvPr id="30" name="Textplatzhalter 29">
            <a:extLst>
              <a:ext uri="{FF2B5EF4-FFF2-40B4-BE49-F238E27FC236}">
                <a16:creationId xmlns:a16="http://schemas.microsoft.com/office/drawing/2014/main" id="{34EBCDEC-5EA7-CCA7-C40B-790119932A1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0624" y="1798542"/>
            <a:ext cx="10690801" cy="39308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8" name="Fußzeilenplatzhalter 4">
            <a:extLst>
              <a:ext uri="{FF2B5EF4-FFF2-40B4-BE49-F238E27FC236}">
                <a16:creationId xmlns:a16="http://schemas.microsoft.com/office/drawing/2014/main" id="{13B323C9-E8CC-A337-4A93-166FB8259C3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9" name="Foliennummernplatzhalter 4">
            <a:extLst>
              <a:ext uri="{FF2B5EF4-FFF2-40B4-BE49-F238E27FC236}">
                <a16:creationId xmlns:a16="http://schemas.microsoft.com/office/drawing/2014/main" id="{EF7BFD03-0F1F-2CE8-677D-9CB46DD2D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16869481-6AF3-3DF0-080D-B3616F4F63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3" name="Gerader Verbinder 2">
            <a:extLst>
              <a:ext uri="{FF2B5EF4-FFF2-40B4-BE49-F238E27FC236}">
                <a16:creationId xmlns:a16="http://schemas.microsoft.com/office/drawing/2014/main" id="{26128C33-BBE4-CC72-2071-D37311CCB2DF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C14F01-817D-EA38-D5A3-7B45641148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B191F81E-D8A5-F8BF-8A55-24DCF23BF0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34089263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rei Textfe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hteck 20">
            <a:extLst>
              <a:ext uri="{FF2B5EF4-FFF2-40B4-BE49-F238E27FC236}">
                <a16:creationId xmlns:a16="http://schemas.microsoft.com/office/drawing/2014/main" id="{8BC3FE31-E2C6-9443-8841-FB40252E9D0B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628774"/>
            <a:ext cx="12192000" cy="482441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EFB9660-8374-3228-CB56-A9FD214469B8}"/>
              </a:ext>
            </a:extLst>
          </p:cNvPr>
          <p:cNvSpPr/>
          <p:nvPr userDrawn="1"/>
        </p:nvSpPr>
        <p:spPr>
          <a:xfrm>
            <a:off x="613834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B6C40A7-DC20-6E47-3852-CB0BAD767A25}"/>
              </a:ext>
            </a:extLst>
          </p:cNvPr>
          <p:cNvCxnSpPr>
            <a:cxnSpLocks/>
          </p:cNvCxnSpPr>
          <p:nvPr userDrawn="1"/>
        </p:nvCxnSpPr>
        <p:spPr>
          <a:xfrm>
            <a:off x="710624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ACD9E848-7371-3907-48B0-3B079CB92308}"/>
              </a:ext>
            </a:extLst>
          </p:cNvPr>
          <p:cNvCxnSpPr>
            <a:cxnSpLocks/>
          </p:cNvCxnSpPr>
          <p:nvPr userDrawn="1"/>
        </p:nvCxnSpPr>
        <p:spPr>
          <a:xfrm>
            <a:off x="4390565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platzhalter 22">
            <a:extLst>
              <a:ext uri="{FF2B5EF4-FFF2-40B4-BE49-F238E27FC236}">
                <a16:creationId xmlns:a16="http://schemas.microsoft.com/office/drawing/2014/main" id="{E7EF4F2D-B42E-A374-C3FE-200848ADF8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79567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26" name="Textplatzhalter 25">
            <a:extLst>
              <a:ext uri="{FF2B5EF4-FFF2-40B4-BE49-F238E27FC236}">
                <a16:creationId xmlns:a16="http://schemas.microsoft.com/office/drawing/2014/main" id="{6E5C804A-160B-AC4E-54E7-09F1A1C8436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79500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6A59546-35ED-E2C6-6F6C-784E608883DF}"/>
              </a:ext>
            </a:extLst>
          </p:cNvPr>
          <p:cNvSpPr/>
          <p:nvPr userDrawn="1"/>
        </p:nvSpPr>
        <p:spPr>
          <a:xfrm>
            <a:off x="4383635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98597E2-E0F9-02EF-D088-A460B046E3E8}"/>
              </a:ext>
            </a:extLst>
          </p:cNvPr>
          <p:cNvCxnSpPr>
            <a:cxnSpLocks/>
          </p:cNvCxnSpPr>
          <p:nvPr userDrawn="1"/>
        </p:nvCxnSpPr>
        <p:spPr>
          <a:xfrm>
            <a:off x="4484744" y="2527002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platzhalter 22">
            <a:extLst>
              <a:ext uri="{FF2B5EF4-FFF2-40B4-BE49-F238E27FC236}">
                <a16:creationId xmlns:a16="http://schemas.microsoft.com/office/drawing/2014/main" id="{F2A6CF1C-EF2E-89E7-28E0-0EF17BC706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47872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32" name="Textplatzhalter 25">
            <a:extLst>
              <a:ext uri="{FF2B5EF4-FFF2-40B4-BE49-F238E27FC236}">
                <a16:creationId xmlns:a16="http://schemas.microsoft.com/office/drawing/2014/main" id="{D171C924-7B6D-C913-F20F-214851F38B8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9818" y="2860674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9F73F2C6-56EC-D26F-6B6B-579C3669E36B}"/>
              </a:ext>
            </a:extLst>
          </p:cNvPr>
          <p:cNvSpPr/>
          <p:nvPr userDrawn="1"/>
        </p:nvSpPr>
        <p:spPr>
          <a:xfrm>
            <a:off x="8154470" y="2095080"/>
            <a:ext cx="3423696" cy="38777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sx="102000" sy="102000" algn="ctr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430A903C-91B4-A8E6-1322-E78F99998903}"/>
              </a:ext>
            </a:extLst>
          </p:cNvPr>
          <p:cNvCxnSpPr>
            <a:cxnSpLocks/>
          </p:cNvCxnSpPr>
          <p:nvPr userDrawn="1"/>
        </p:nvCxnSpPr>
        <p:spPr>
          <a:xfrm>
            <a:off x="8251260" y="2525075"/>
            <a:ext cx="3600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platzhalter 22">
            <a:extLst>
              <a:ext uri="{FF2B5EF4-FFF2-40B4-BE49-F238E27FC236}">
                <a16:creationId xmlns:a16="http://schemas.microsoft.com/office/drawing/2014/main" id="{90661A22-D1B8-F5BC-C7F5-ED93502549E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20203" y="2309018"/>
            <a:ext cx="2976563" cy="5521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Textfeld</a:t>
            </a:r>
          </a:p>
          <a:p>
            <a:pPr lvl="0"/>
            <a:endParaRPr lang="de-DE" dirty="0"/>
          </a:p>
        </p:txBody>
      </p:sp>
      <p:sp>
        <p:nvSpPr>
          <p:cNvPr id="37" name="Textplatzhalter 25">
            <a:extLst>
              <a:ext uri="{FF2B5EF4-FFF2-40B4-BE49-F238E27FC236}">
                <a16:creationId xmlns:a16="http://schemas.microsoft.com/office/drawing/2014/main" id="{26CB9107-D74C-5B9D-E29A-359960340E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20136" y="2860675"/>
            <a:ext cx="2957513" cy="29114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</a:lstStyle>
          <a:p>
            <a:pPr lvl="0"/>
            <a:r>
              <a:rPr lang="de-DE" dirty="0"/>
              <a:t>Textfeld</a:t>
            </a:r>
          </a:p>
        </p:txBody>
      </p:sp>
      <p:sp>
        <p:nvSpPr>
          <p:cNvPr id="45" name="Fußzeilenplatzhalter 4">
            <a:extLst>
              <a:ext uri="{FF2B5EF4-FFF2-40B4-BE49-F238E27FC236}">
                <a16:creationId xmlns:a16="http://schemas.microsoft.com/office/drawing/2014/main" id="{936879A0-DF07-CF92-4FD4-C5C3BABB7AB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46" name="Foliennummernplatzhalter 4">
            <a:extLst>
              <a:ext uri="{FF2B5EF4-FFF2-40B4-BE49-F238E27FC236}">
                <a16:creationId xmlns:a16="http://schemas.microsoft.com/office/drawing/2014/main" id="{A396AEBE-BB93-8015-082A-0F6357EC54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A4FBCDB-79E9-38AB-7F97-74B0D8B7B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CD2D8EEF-5DC1-E20D-D01C-9C40EA2C1E80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C27EC152-24A1-EDC8-ABAD-F2AD3942D2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Titel bearbeiten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06B2760C-AB6A-87FB-57A8-D7B45355B37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</p:spTree>
    <p:extLst>
      <p:ext uri="{BB962C8B-B14F-4D97-AF65-F5344CB8AC3E}">
        <p14:creationId xmlns:p14="http://schemas.microsoft.com/office/powerpoint/2010/main" val="10828753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C9E49E1A-7003-4CA7-B6B3-AF5B08189AE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293" r="-299" b="1081"/>
          <a:stretch/>
        </p:blipFill>
        <p:spPr>
          <a:xfrm>
            <a:off x="1197331" y="2018513"/>
            <a:ext cx="10801350" cy="4472992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81442B9A-23E1-4857-AD54-70B3C448BAFF}"/>
              </a:ext>
            </a:extLst>
          </p:cNvPr>
          <p:cNvSpPr>
            <a:spLocks noChangeAspect="1"/>
          </p:cNvSpPr>
          <p:nvPr userDrawn="1"/>
        </p:nvSpPr>
        <p:spPr>
          <a:xfrm>
            <a:off x="710624" y="1642974"/>
            <a:ext cx="10770752" cy="447299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5DB58E8-0799-4ADD-9842-FB22AF810EB1}"/>
              </a:ext>
            </a:extLst>
          </p:cNvPr>
          <p:cNvSpPr txBox="1"/>
          <p:nvPr userDrawn="1"/>
        </p:nvSpPr>
        <p:spPr>
          <a:xfrm>
            <a:off x="1142911" y="2030996"/>
            <a:ext cx="853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cap="all" baseline="0" dirty="0">
                <a:solidFill>
                  <a:schemeClr val="bg1"/>
                </a:solidFill>
              </a:rPr>
              <a:t>OTH Regensburg</a:t>
            </a: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E963170-CC3F-4B7B-A43C-FBA26EAE0A46}"/>
              </a:ext>
            </a:extLst>
          </p:cNvPr>
          <p:cNvCxnSpPr>
            <a:cxnSpLocks/>
          </p:cNvCxnSpPr>
          <p:nvPr userDrawn="1"/>
        </p:nvCxnSpPr>
        <p:spPr>
          <a:xfrm>
            <a:off x="1314876" y="3981283"/>
            <a:ext cx="0" cy="159890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C006D23E-43EA-49CC-B81F-F395BF7782C0}"/>
              </a:ext>
            </a:extLst>
          </p:cNvPr>
          <p:cNvSpPr txBox="1"/>
          <p:nvPr userDrawn="1"/>
        </p:nvSpPr>
        <p:spPr>
          <a:xfrm rot="16200000">
            <a:off x="-343425" y="4157606"/>
            <a:ext cx="33420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2000" cap="all" dirty="0">
                <a:solidFill>
                  <a:schemeClr val="bg1"/>
                </a:solidFill>
              </a:rPr>
              <a:t>   Kontakt</a:t>
            </a:r>
          </a:p>
        </p:txBody>
      </p:sp>
      <p:sp>
        <p:nvSpPr>
          <p:cNvPr id="23" name="Textplatzhalter 12">
            <a:extLst>
              <a:ext uri="{FF2B5EF4-FFF2-40B4-BE49-F238E27FC236}">
                <a16:creationId xmlns:a16="http://schemas.microsoft.com/office/drawing/2014/main" id="{70EEBAD6-CF66-459F-BEB4-801DC8B6294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33674" y="2838819"/>
            <a:ext cx="4479529" cy="2154884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Optional:</a:t>
            </a:r>
            <a:br>
              <a:rPr lang="de-DE" dirty="0"/>
            </a:br>
            <a:r>
              <a:rPr lang="de-DE" dirty="0" err="1"/>
              <a:t>Ansprechpartner:in</a:t>
            </a:r>
            <a:r>
              <a:rPr lang="de-DE" dirty="0"/>
              <a:t> einfügen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A74D429-EDD3-4B03-8E14-3D9851A95F4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4642725"/>
            <a:ext cx="324000" cy="350978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2387BD-6900-4367-983C-AB1978B6CF2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6391" y="3669011"/>
            <a:ext cx="432000" cy="467971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DFD78A3E-8653-4EAC-9E2C-3E00D7E8694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466" y="2803299"/>
            <a:ext cx="324000" cy="350978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66A0E902-529D-6DA1-01E0-2025FB75697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>
          <a:xfrm>
            <a:off x="613834" y="6492875"/>
            <a:ext cx="7908241" cy="365125"/>
          </a:xfrm>
          <a:prstGeom prst="rect">
            <a:avLst/>
          </a:prstGeom>
        </p:spPr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16" name="Foliennummernplatzhalter 4">
            <a:extLst>
              <a:ext uri="{FF2B5EF4-FFF2-40B4-BE49-F238E27FC236}">
                <a16:creationId xmlns:a16="http://schemas.microsoft.com/office/drawing/2014/main" id="{2E63D08A-E1A5-45B9-430F-A50934C23B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8AA45F2-28D0-B433-F4D9-4E17E6A3EAE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4668" y="166892"/>
            <a:ext cx="1004013" cy="778061"/>
          </a:xfrm>
          <a:prstGeom prst="rect">
            <a:avLst/>
          </a:prstGeom>
        </p:spPr>
      </p:pic>
      <p:cxnSp>
        <p:nvCxnSpPr>
          <p:cNvPr id="2" name="Gerader Verbinder 1">
            <a:extLst>
              <a:ext uri="{FF2B5EF4-FFF2-40B4-BE49-F238E27FC236}">
                <a16:creationId xmlns:a16="http://schemas.microsoft.com/office/drawing/2014/main" id="{5688EFCE-97F4-CFB9-D917-D9C32832B7F1}"/>
              </a:ext>
            </a:extLst>
          </p:cNvPr>
          <p:cNvCxnSpPr>
            <a:cxnSpLocks/>
          </p:cNvCxnSpPr>
          <p:nvPr userDrawn="1"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platzhalter 12">
            <a:extLst>
              <a:ext uri="{FF2B5EF4-FFF2-40B4-BE49-F238E27FC236}">
                <a16:creationId xmlns:a16="http://schemas.microsoft.com/office/drawing/2014/main" id="{5B5BDE01-73B8-1CF0-6A00-F823303BC04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lvl="0"/>
            <a:r>
              <a:rPr lang="de-DE" dirty="0"/>
              <a:t>Kontakt</a:t>
            </a:r>
          </a:p>
        </p:txBody>
      </p:sp>
      <p:sp>
        <p:nvSpPr>
          <p:cNvPr id="8" name="Textplatzhalter 20">
            <a:extLst>
              <a:ext uri="{FF2B5EF4-FFF2-40B4-BE49-F238E27FC236}">
                <a16:creationId xmlns:a16="http://schemas.microsoft.com/office/drawing/2014/main" id="{3BE1B1AB-FA83-D475-DC00-A5644E58579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ggf. Unterüberschrift</a:t>
            </a:r>
          </a:p>
        </p:txBody>
      </p:sp>
      <p:sp>
        <p:nvSpPr>
          <p:cNvPr id="6" name="Textplatzhalter 12">
            <a:extLst>
              <a:ext uri="{FF2B5EF4-FFF2-40B4-BE49-F238E27FC236}">
                <a16:creationId xmlns:a16="http://schemas.microsoft.com/office/drawing/2014/main" id="{5C353B3B-39D5-0C9A-4B9A-BB5DAF6A00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248392" y="2810480"/>
            <a:ext cx="3600000" cy="40849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Telefonnummer einfügen</a:t>
            </a:r>
          </a:p>
          <a:p>
            <a:pPr lvl="0"/>
            <a:endParaRPr lang="de-DE" dirty="0"/>
          </a:p>
        </p:txBody>
      </p:sp>
      <p:sp>
        <p:nvSpPr>
          <p:cNvPr id="12" name="Textplatzhalter 12">
            <a:extLst>
              <a:ext uri="{FF2B5EF4-FFF2-40B4-BE49-F238E27FC236}">
                <a16:creationId xmlns:a16="http://schemas.microsoft.com/office/drawing/2014/main" id="{637A1767-8D9A-EE6E-8998-874033C3F77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48392" y="3504666"/>
            <a:ext cx="3600000" cy="7985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de-DE" sz="2000" b="0" cap="none" baseline="0" dirty="0">
                <a:solidFill>
                  <a:schemeClr val="bg1"/>
                </a:solidFill>
              </a:rPr>
              <a:t>Adresse einfügen</a:t>
            </a:r>
            <a:endParaRPr lang="de-DE" dirty="0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927B9ED0-EAF7-717C-61C7-946F59DBC5C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216466" y="4512521"/>
            <a:ext cx="3600000" cy="79858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2000" b="0" cap="none" baseline="0">
                <a:solidFill>
                  <a:schemeClr val="bg1"/>
                </a:solidFill>
              </a:defRPr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sz="2000" b="0" cap="none" baseline="0" dirty="0">
                <a:solidFill>
                  <a:schemeClr val="bg1"/>
                </a:solidFill>
              </a:rPr>
              <a:t>xxx@oth-regensburg.de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270290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1797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54FF401-9A06-2828-12CD-C4A5AC31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4025" y="64796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298502-BA22-4927-B2ED-0A18FFA86FFE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7" name="Fußzeilenplatzhalter 3">
            <a:extLst>
              <a:ext uri="{FF2B5EF4-FFF2-40B4-BE49-F238E27FC236}">
                <a16:creationId xmlns:a16="http://schemas.microsoft.com/office/drawing/2014/main" id="{0B24C314-2307-DF2A-CD78-15559D1ED12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0624" y="6517722"/>
            <a:ext cx="790824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55207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669" r:id="rId3"/>
    <p:sldLayoutId id="2147483663" r:id="rId4"/>
    <p:sldLayoutId id="2147483676" r:id="rId5"/>
    <p:sldLayoutId id="2147483671" r:id="rId6"/>
    <p:sldLayoutId id="2147483677" r:id="rId7"/>
    <p:sldLayoutId id="2147483681" r:id="rId8"/>
    <p:sldLayoutId id="2147483683" r:id="rId9"/>
    <p:sldLayoutId id="2147483674" r:id="rId10"/>
    <p:sldLayoutId id="2147483675" r:id="rId11"/>
    <p:sldLayoutId id="2147483662" r:id="rId12"/>
    <p:sldLayoutId id="2147483707" r:id="rId13"/>
    <p:sldLayoutId id="2147483706" r:id="rId14"/>
    <p:sldLayoutId id="2147483708" r:id="rId15"/>
    <p:sldLayoutId id="2147483705" r:id="rId16"/>
    <p:sldLayoutId id="2147483665" r:id="rId1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7242" userDrawn="1">
          <p15:clr>
            <a:srgbClr val="F26B43"/>
          </p15:clr>
        </p15:guide>
        <p15:guide id="3" orient="horz" pos="2160" userDrawn="1">
          <p15:clr>
            <a:srgbClr val="F26B43"/>
          </p15:clr>
        </p15:guide>
        <p15:guide id="4" pos="438" userDrawn="1">
          <p15:clr>
            <a:srgbClr val="F26B43"/>
          </p15:clr>
        </p15:guide>
        <p15:guide id="5" orient="horz" pos="1026" userDrawn="1">
          <p15:clr>
            <a:srgbClr val="F26B43"/>
          </p15:clr>
        </p15:guide>
        <p15:guide id="6" orient="horz" pos="406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80AD557D-0DB7-6AFC-EEF9-08E04F9257D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de-DE" dirty="0"/>
              <a:t>Data Forecast Generator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de-DE" sz="2000" b="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- Projekt 6 -</a:t>
            </a:r>
            <a:endParaRPr lang="de-DE" b="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A8503C-1687-F9CF-75A6-441253ECCF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CDA5A2-B2BF-473D-A67B-E1B62D4B72E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 dirty="0"/>
              <a:t>KI Projekt | Sina Brunner, Lars Nettersheim, John Schwarz, Leon Ulbrich, Felix Wensky 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06D1AC3-E7EE-D587-2EC9-2F207B49F6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</a:t>
            </a:fld>
            <a:endParaRPr lang="de-DE"/>
          </a:p>
        </p:txBody>
      </p:sp>
      <p:pic>
        <p:nvPicPr>
          <p:cNvPr id="9" name="Bildplatzhalter 8" descr="Ein Bild, das Wolke, draußen, Gras, Himmel enthält.&#10;&#10;Automatisch generierte Beschreibung">
            <a:extLst>
              <a:ext uri="{FF2B5EF4-FFF2-40B4-BE49-F238E27FC236}">
                <a16:creationId xmlns:a16="http://schemas.microsoft.com/office/drawing/2014/main" id="{77DCF7FA-EA09-EDFC-A3BE-4F49B86ED425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2" b="882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18339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E243F3DD-3A82-4C37-7893-A1CD1D5E8C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AB3BC2A-A1CF-319D-DB72-C39D63DF73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2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E59BA97-E8DF-58DA-61CD-A073C1BE65C0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FF9A9E24-B62E-A31E-AE20-E571D5E7B9F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Projektübersicht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6083A0B9-04A1-69B8-FC6E-9630A3C82F4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Projektbeschreibung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9C23F6-85CE-F675-96F2-6D936270737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0624" y="1485165"/>
            <a:ext cx="11303356" cy="4163514"/>
          </a:xfrm>
        </p:spPr>
        <p:txBody>
          <a:bodyPr/>
          <a:lstStyle/>
          <a:p>
            <a:pPr marL="0" indent="0">
              <a:buNone/>
            </a:pPr>
            <a:r>
              <a:rPr lang="en-US" dirty="0" err="1"/>
              <a:t>Agentische</a:t>
            </a:r>
            <a:r>
              <a:rPr lang="en-US" dirty="0"/>
              <a:t> Regressions Pipeline</a:t>
            </a:r>
          </a:p>
          <a:p>
            <a:pPr marL="0" indent="0">
              <a:buNone/>
            </a:pPr>
            <a:r>
              <a:rPr lang="en-US" dirty="0"/>
              <a:t>Idee: Kunde </a:t>
            </a:r>
            <a:r>
              <a:rPr lang="en-US" dirty="0" err="1"/>
              <a:t>kommt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Produktionsdaten</a:t>
            </a:r>
            <a:r>
              <a:rPr lang="en-US" dirty="0"/>
              <a:t> (.csv) und </a:t>
            </a:r>
            <a:r>
              <a:rPr lang="en-US" dirty="0" err="1"/>
              <a:t>wünscht</a:t>
            </a:r>
            <a:r>
              <a:rPr lang="en-US" dirty="0"/>
              <a:t> </a:t>
            </a:r>
            <a:r>
              <a:rPr lang="en-US" dirty="0" err="1"/>
              <a:t>Optimierung</a:t>
            </a:r>
            <a:r>
              <a:rPr lang="en-US" dirty="0"/>
              <a:t> des Systems </a:t>
            </a:r>
            <a:r>
              <a:rPr lang="en-US" dirty="0" err="1"/>
              <a:t>ohne</a:t>
            </a:r>
            <a:r>
              <a:rPr lang="en-US" dirty="0"/>
              <a:t> </a:t>
            </a:r>
            <a:r>
              <a:rPr lang="en-US" dirty="0" err="1"/>
              <a:t>genauere</a:t>
            </a:r>
            <a:r>
              <a:rPr lang="en-US" dirty="0"/>
              <a:t> </a:t>
            </a:r>
            <a:r>
              <a:rPr lang="en-US" dirty="0" err="1"/>
              <a:t>Vorstellung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Agent </a:t>
            </a:r>
            <a:r>
              <a:rPr lang="en-US" dirty="0" err="1"/>
              <a:t>soll</a:t>
            </a:r>
            <a:r>
              <a:rPr lang="en-US" dirty="0"/>
              <a:t> csv </a:t>
            </a:r>
            <a:r>
              <a:rPr lang="en-US" dirty="0" err="1"/>
              <a:t>analysieren</a:t>
            </a:r>
            <a:r>
              <a:rPr lang="en-US" dirty="0"/>
              <a:t> um </a:t>
            </a:r>
            <a:r>
              <a:rPr lang="en-US" dirty="0" err="1"/>
              <a:t>darin</a:t>
            </a:r>
            <a:r>
              <a:rPr lang="en-US" dirty="0"/>
              <a:t> </a:t>
            </a:r>
            <a:r>
              <a:rPr lang="en-US" dirty="0" err="1"/>
              <a:t>etwaige</a:t>
            </a:r>
            <a:r>
              <a:rPr lang="en-US" dirty="0"/>
              <a:t> Use Cases für Regressions-Forecasts und </a:t>
            </a:r>
            <a:r>
              <a:rPr lang="en-US" dirty="0" err="1"/>
              <a:t>Analysen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entdecken</a:t>
            </a: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Entdecken</a:t>
            </a:r>
            <a:r>
              <a:rPr lang="en-US" dirty="0"/>
              <a:t> des “</a:t>
            </a:r>
            <a:r>
              <a:rPr lang="en-US" dirty="0" err="1"/>
              <a:t>profitabelsten</a:t>
            </a:r>
            <a:r>
              <a:rPr lang="en-US" dirty="0"/>
              <a:t>” Data Analysis Use Case</a:t>
            </a:r>
          </a:p>
          <a:p>
            <a:pPr>
              <a:buFontTx/>
              <a:buChar char="-"/>
            </a:pPr>
            <a:r>
              <a:rPr lang="en-US" dirty="0" err="1"/>
              <a:t>Entwicklung</a:t>
            </a:r>
            <a:r>
              <a:rPr lang="en-US" dirty="0"/>
              <a:t> </a:t>
            </a:r>
            <a:r>
              <a:rPr lang="en-US" dirty="0" err="1"/>
              <a:t>einer</a:t>
            </a:r>
            <a:r>
              <a:rPr lang="en-US" dirty="0"/>
              <a:t> Regression Pipeline</a:t>
            </a:r>
          </a:p>
          <a:p>
            <a:pPr>
              <a:buFontTx/>
              <a:buChar char="-"/>
            </a:pPr>
            <a:r>
              <a:rPr lang="en-US" dirty="0" err="1"/>
              <a:t>Ausführen</a:t>
            </a:r>
            <a:r>
              <a:rPr lang="en-US" dirty="0"/>
              <a:t> der Pipeline auf csv</a:t>
            </a:r>
          </a:p>
          <a:p>
            <a:pPr>
              <a:buFontTx/>
              <a:buChar char="-"/>
            </a:pPr>
            <a:r>
              <a:rPr lang="en-US" dirty="0" err="1"/>
              <a:t>Auswerten</a:t>
            </a:r>
            <a:r>
              <a:rPr lang="en-US" dirty="0"/>
              <a:t> der </a:t>
            </a:r>
            <a:r>
              <a:rPr lang="en-US" dirty="0" err="1"/>
              <a:t>Ergebnisse</a:t>
            </a:r>
            <a:r>
              <a:rPr lang="en-US" dirty="0"/>
              <a:t> der Pipeline</a:t>
            </a:r>
          </a:p>
          <a:p>
            <a:pPr marL="0" indent="0">
              <a:buNone/>
            </a:pPr>
            <a:r>
              <a:rPr lang="en-US" dirty="0">
                <a:sym typeface="Wingdings" pitchFamily="2" charset="2"/>
              </a:rPr>
              <a:t> </a:t>
            </a:r>
            <a:r>
              <a:rPr lang="en-US" dirty="0" err="1">
                <a:sym typeface="Wingdings" pitchFamily="2" charset="2"/>
              </a:rPr>
              <a:t>Ergebnis</a:t>
            </a:r>
            <a:r>
              <a:rPr lang="en-US" dirty="0">
                <a:sym typeface="Wingdings" pitchFamily="2" charset="2"/>
              </a:rPr>
              <a:t>: </a:t>
            </a:r>
            <a:r>
              <a:rPr lang="en-US" dirty="0" err="1">
                <a:sym typeface="Wingdings" pitchFamily="2" charset="2"/>
              </a:rPr>
              <a:t>vollständiges</a:t>
            </a:r>
            <a:r>
              <a:rPr lang="en-US" dirty="0">
                <a:sym typeface="Wingdings" pitchFamily="2" charset="2"/>
              </a:rPr>
              <a:t> Paket </a:t>
            </a:r>
            <a:r>
              <a:rPr lang="en-US" dirty="0" err="1">
                <a:sym typeface="Wingdings" pitchFamily="2" charset="2"/>
              </a:rPr>
              <a:t>mit</a:t>
            </a:r>
            <a:r>
              <a:rPr lang="en-US" dirty="0">
                <a:sym typeface="Wingdings" pitchFamily="2" charset="2"/>
              </a:rPr>
              <a:t> </a:t>
            </a:r>
            <a:r>
              <a:rPr lang="en-US" dirty="0" err="1">
                <a:sym typeface="Wingdings" pitchFamily="2" charset="2"/>
              </a:rPr>
              <a:t>gefitteten</a:t>
            </a:r>
            <a:r>
              <a:rPr lang="en-US" dirty="0">
                <a:sym typeface="Wingdings" pitchFamily="2" charset="2"/>
              </a:rPr>
              <a:t> Model-</a:t>
            </a:r>
            <a:r>
              <a:rPr lang="en-US" dirty="0" err="1">
                <a:sym typeface="Wingdings" pitchFamily="2" charset="2"/>
              </a:rPr>
              <a:t>Artefakten</a:t>
            </a:r>
            <a:r>
              <a:rPr lang="en-US" dirty="0">
                <a:sym typeface="Wingdings" pitchFamily="2" charset="2"/>
              </a:rPr>
              <a:t>, </a:t>
            </a:r>
            <a:r>
              <a:rPr lang="en-US" dirty="0" err="1">
                <a:sym typeface="Wingdings" pitchFamily="2" charset="2"/>
              </a:rPr>
              <a:t>Auswertung</a:t>
            </a:r>
            <a:r>
              <a:rPr lang="en-US" dirty="0">
                <a:sym typeface="Wingdings" pitchFamily="2" charset="2"/>
              </a:rPr>
              <a:t> und Potential </a:t>
            </a:r>
            <a:r>
              <a:rPr lang="en-US" dirty="0" err="1">
                <a:sym typeface="Wingdings" pitchFamily="2" charset="2"/>
              </a:rPr>
              <a:t>Analyse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90178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B60FE-15B0-9C1A-00F2-30CE297DF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5B14E-66C1-34A1-7E5D-42965DFB2584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5E26A0D-A777-6FBE-F092-27A39C81D3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3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ECE19D8-8C1B-4091-399B-0D529632951D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4038E84E-1443-DF79-73AF-563E2336ED7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Projektübersicht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FCE3C451-4AD3-FB44-A1F6-5F3D05CDD2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Projektablauf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42891A-4FEF-6445-694B-3BC702DEF62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Phase 1: </a:t>
            </a:r>
            <a:r>
              <a:rPr lang="en-US" dirty="0" err="1"/>
              <a:t>Erstellen</a:t>
            </a:r>
            <a:r>
              <a:rPr lang="en-US" dirty="0"/>
              <a:t> </a:t>
            </a:r>
            <a:r>
              <a:rPr lang="en-US" dirty="0" err="1"/>
              <a:t>eines</a:t>
            </a:r>
            <a:r>
              <a:rPr lang="en-US" dirty="0"/>
              <a:t> Single Prompt (Repo-Template) </a:t>
            </a:r>
          </a:p>
          <a:p>
            <a:pPr marL="0" indent="0">
              <a:buNone/>
            </a:pPr>
            <a:r>
              <a:rPr lang="en-US" dirty="0"/>
              <a:t>Phase 2: </a:t>
            </a:r>
            <a:r>
              <a:rPr lang="en-US" dirty="0" err="1"/>
              <a:t>Auswertung</a:t>
            </a:r>
            <a:r>
              <a:rPr lang="en-US" dirty="0"/>
              <a:t> der </a:t>
            </a:r>
            <a:r>
              <a:rPr lang="en-US" dirty="0" err="1"/>
              <a:t>Qualität</a:t>
            </a:r>
            <a:r>
              <a:rPr lang="en-US" dirty="0"/>
              <a:t> der </a:t>
            </a:r>
            <a:r>
              <a:rPr lang="en-US" dirty="0" err="1"/>
              <a:t>erzeugten</a:t>
            </a:r>
            <a:r>
              <a:rPr lang="en-US" dirty="0"/>
              <a:t> MVP’s (LLM as a Judge)</a:t>
            </a:r>
          </a:p>
          <a:p>
            <a:pPr marL="0" indent="0">
              <a:buNone/>
            </a:pPr>
            <a:r>
              <a:rPr lang="en-US" dirty="0"/>
              <a:t>Phase 3: Frontend (+</a:t>
            </a:r>
            <a:r>
              <a:rPr lang="en-US" dirty="0" err="1"/>
              <a:t>FastAPI</a:t>
            </a:r>
            <a:r>
              <a:rPr lang="en-US" dirty="0"/>
              <a:t>, </a:t>
            </a:r>
            <a:r>
              <a:rPr lang="en-US" dirty="0" err="1"/>
              <a:t>LangGraph</a:t>
            </a:r>
            <a:r>
              <a:rPr lang="en-US" dirty="0"/>
              <a:t>, </a:t>
            </a:r>
            <a:r>
              <a:rPr lang="en-US" dirty="0" err="1"/>
              <a:t>DeepAgents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34147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16A14-CE13-0A56-A4B1-FDEBBA680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250BFAE-7654-2DFF-98AB-4778E0CE8BB5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09F1FF3-9359-3AD0-7DC3-1EE25E9435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4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47F15CF-D619-76B0-8124-F48F328AFAE8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87DA1303-43F1-DFCB-AF73-770F0164EC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Projektübersicht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29EC22C4-AC0E-8DE0-3DAD-168424D8851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Festlegung des Projektumfangs (Felix)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13DCA5-B2D8-1D87-9572-AE0DAFE33F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0624" y="1485165"/>
            <a:ext cx="11303356" cy="4163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Fokus auf </a:t>
            </a:r>
            <a:r>
              <a:rPr lang="en-US" dirty="0" err="1"/>
              <a:t>Zeitreihen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Vollautomatisierte</a:t>
            </a:r>
            <a:r>
              <a:rPr lang="en-US" dirty="0"/>
              <a:t> </a:t>
            </a:r>
            <a:r>
              <a:rPr lang="en-US" dirty="0" err="1"/>
              <a:t>agentische</a:t>
            </a:r>
            <a:r>
              <a:rPr lang="en-US" dirty="0"/>
              <a:t> </a:t>
            </a:r>
            <a:r>
              <a:rPr lang="en-US" dirty="0" err="1"/>
              <a:t>Regressionspipeline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Aufbau von Trust in den MVP </a:t>
            </a:r>
            <a:r>
              <a:rPr lang="en-US" dirty="0" err="1"/>
              <a:t>durch</a:t>
            </a:r>
            <a:r>
              <a:rPr lang="en-US" dirty="0"/>
              <a:t> LLM as Judge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8506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BD6C4-9A0C-5322-FF63-47EA723BD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4E25D59-3822-7CDA-0770-E14D76836FF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299AF64-8A91-74FD-9F7A-85832FDF1B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5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C57F2382-2C2B-5A14-0914-522B11F57258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7F3CA1C3-8A48-C66D-CCD5-7C24AFF17E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Projektübersicht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87C9085C-3BC9-583E-C441-A63D243E9E2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Projektorganisation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C6D92F-3571-E5CD-CA78-4B2AA058F58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0624" y="1453905"/>
            <a:ext cx="11303356" cy="1464415"/>
          </a:xfrm>
        </p:spPr>
        <p:txBody>
          <a:bodyPr/>
          <a:lstStyle/>
          <a:p>
            <a:pPr marL="0" indent="0">
              <a:buNone/>
            </a:pPr>
            <a:r>
              <a:rPr lang="en-US" sz="1400" dirty="0"/>
              <a:t>5 </a:t>
            </a:r>
            <a:r>
              <a:rPr lang="en-US" sz="1400" dirty="0" err="1"/>
              <a:t>Teammitglieder</a:t>
            </a:r>
            <a:endParaRPr lang="en-US" sz="1400" dirty="0"/>
          </a:p>
          <a:p>
            <a:pPr lvl="1"/>
            <a:r>
              <a:rPr lang="en-US" sz="1200" dirty="0"/>
              <a:t>Product Owner (Felix Wensky)</a:t>
            </a:r>
          </a:p>
          <a:p>
            <a:pPr lvl="1"/>
            <a:r>
              <a:rPr lang="en-US" sz="1200" dirty="0"/>
              <a:t>Scrum Master (John Schwarz)</a:t>
            </a:r>
          </a:p>
          <a:p>
            <a:pPr lvl="1"/>
            <a:r>
              <a:rPr lang="en-US" sz="1200" dirty="0"/>
              <a:t>3 </a:t>
            </a:r>
            <a:r>
              <a:rPr lang="en-US" sz="1200" dirty="0" err="1"/>
              <a:t>Entwickler</a:t>
            </a:r>
            <a:r>
              <a:rPr lang="en-US" sz="1200" dirty="0"/>
              <a:t> (Sina Brunner, Lars </a:t>
            </a:r>
            <a:r>
              <a:rPr lang="en-US" sz="1200" dirty="0" err="1"/>
              <a:t>Nettersheim</a:t>
            </a:r>
            <a:r>
              <a:rPr lang="en-US" sz="1200" dirty="0"/>
              <a:t>, Leon Ulbrich)</a:t>
            </a:r>
          </a:p>
          <a:p>
            <a:pPr lvl="1"/>
            <a:endParaRPr lang="en-US" sz="1200" dirty="0"/>
          </a:p>
          <a:p>
            <a:pPr marL="457200" lvl="1" indent="0">
              <a:buNone/>
            </a:pPr>
            <a:endParaRPr lang="en-US" sz="1200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B0281635-7A5E-BE6D-9DCC-02311F50492D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3DDB37DA-DBD5-3835-8CC8-3EC57726A44D}"/>
              </a:ext>
            </a:extLst>
          </p:cNvPr>
          <p:cNvSpPr txBox="1">
            <a:spLocks/>
          </p:cNvSpPr>
          <p:nvPr/>
        </p:nvSpPr>
        <p:spPr>
          <a:xfrm>
            <a:off x="695325" y="3020182"/>
            <a:ext cx="11303356" cy="1577702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dirty="0" err="1"/>
              <a:t>Organisation</a:t>
            </a:r>
            <a:r>
              <a:rPr lang="en-US" sz="1200" dirty="0"/>
              <a:t> </a:t>
            </a:r>
            <a:r>
              <a:rPr lang="en-US" sz="1200" dirty="0" err="1"/>
              <a:t>ausschließlich</a:t>
            </a:r>
            <a:r>
              <a:rPr lang="en-US" sz="1200" dirty="0"/>
              <a:t> </a:t>
            </a:r>
            <a:r>
              <a:rPr lang="en-US" sz="1200" dirty="0" err="1"/>
              <a:t>über</a:t>
            </a:r>
            <a:r>
              <a:rPr lang="en-US" sz="1200" dirty="0"/>
              <a:t> GitHub: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Sprints: GitHub Milestones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Tickets: </a:t>
            </a:r>
            <a:r>
              <a:rPr lang="en-US" sz="1200" dirty="0" err="1"/>
              <a:t>Github</a:t>
            </a:r>
            <a:r>
              <a:rPr lang="en-US" sz="1200" dirty="0"/>
              <a:t> Issues (</a:t>
            </a:r>
            <a:r>
              <a:rPr lang="en-US" sz="1200" dirty="0" err="1"/>
              <a:t>Zuteilung</a:t>
            </a:r>
            <a:r>
              <a:rPr lang="en-US" sz="1200" dirty="0"/>
              <a:t> / </a:t>
            </a:r>
            <a:r>
              <a:rPr lang="en-US" sz="1200" dirty="0" err="1"/>
              <a:t>Priorisierung</a:t>
            </a:r>
            <a:r>
              <a:rPr lang="en-US" sz="1200" dirty="0"/>
              <a:t> / </a:t>
            </a:r>
            <a:r>
              <a:rPr lang="en-US" sz="1200" dirty="0" err="1"/>
              <a:t>Schätzung</a:t>
            </a:r>
            <a:r>
              <a:rPr lang="en-US" sz="1200" dirty="0"/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- Epyc’s </a:t>
            </a:r>
            <a:r>
              <a:rPr lang="en-US" sz="1200" dirty="0" err="1"/>
              <a:t>als</a:t>
            </a:r>
            <a:r>
              <a:rPr lang="en-US" sz="1200" dirty="0"/>
              <a:t> Parents </a:t>
            </a:r>
            <a:r>
              <a:rPr lang="en-US" sz="1200" dirty="0" err="1"/>
              <a:t>angelegt</a:t>
            </a:r>
            <a:r>
              <a:rPr lang="en-US" sz="1200" dirty="0"/>
              <a:t> – Sub Issues für Tasks/User Stories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200" dirty="0"/>
              <a:t>Tracking: GitHub Projects – Kanban Board (Backlog, Ready, In Progress, In Review, Done)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 err="1"/>
              <a:t>Sprintdauer</a:t>
            </a:r>
            <a:r>
              <a:rPr lang="en-US" sz="1200" dirty="0"/>
              <a:t>: 2 </a:t>
            </a:r>
            <a:r>
              <a:rPr lang="en-US" sz="1200" dirty="0" err="1"/>
              <a:t>Wochen</a:t>
            </a:r>
            <a:r>
              <a:rPr lang="en-US" sz="1200" dirty="0"/>
              <a:t> (</a:t>
            </a:r>
            <a:r>
              <a:rPr lang="en-US" sz="1200" dirty="0" err="1"/>
              <a:t>nach</a:t>
            </a:r>
            <a:r>
              <a:rPr lang="en-US" sz="1200" dirty="0"/>
              <a:t> 1 </a:t>
            </a:r>
            <a:r>
              <a:rPr lang="en-US" sz="1200" dirty="0" err="1"/>
              <a:t>Woche</a:t>
            </a:r>
            <a:r>
              <a:rPr lang="en-US" sz="1200" dirty="0"/>
              <a:t> Refinement, am Ende Review into Planning)</a:t>
            </a:r>
          </a:p>
          <a:p>
            <a:pPr marL="0" indent="0">
              <a:buNone/>
            </a:pPr>
            <a:r>
              <a:rPr lang="en-US" sz="1200" dirty="0" err="1"/>
              <a:t>Zeitlich</a:t>
            </a:r>
            <a:r>
              <a:rPr lang="en-US" sz="1200" dirty="0"/>
              <a:t>:</a:t>
            </a:r>
          </a:p>
          <a:p>
            <a:pPr>
              <a:buFontTx/>
              <a:buChar char="-"/>
            </a:pPr>
            <a:r>
              <a:rPr lang="en-US" sz="1200" dirty="0" err="1"/>
              <a:t>Mittwoch</a:t>
            </a:r>
            <a:r>
              <a:rPr lang="en-US" sz="1200" dirty="0"/>
              <a:t>: Planning / Refinement</a:t>
            </a:r>
          </a:p>
          <a:p>
            <a:pPr>
              <a:buFontTx/>
              <a:buChar char="-"/>
            </a:pPr>
            <a:r>
              <a:rPr lang="en-US" sz="1200" dirty="0"/>
              <a:t>Freitag (“Start” / Review) </a:t>
            </a:r>
          </a:p>
          <a:p>
            <a:pPr>
              <a:buFontTx/>
              <a:buChar char="-"/>
            </a:pPr>
            <a:r>
              <a:rPr lang="en-US" sz="1200" dirty="0"/>
              <a:t>Dienstag (</a:t>
            </a:r>
            <a:r>
              <a:rPr lang="en-US" sz="1200" dirty="0" err="1"/>
              <a:t>Optionales</a:t>
            </a:r>
            <a:r>
              <a:rPr lang="en-US" sz="1200" dirty="0"/>
              <a:t> </a:t>
            </a:r>
            <a:r>
              <a:rPr lang="en-US" sz="1200" dirty="0" err="1"/>
              <a:t>Halfweekly</a:t>
            </a:r>
            <a:r>
              <a:rPr lang="en-US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0083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25DC6-1902-DBD6-F904-D9E92CD8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AC78FA6C-F9D4-A8CC-8D58-C7A925F113BD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91EEE1D-E08F-667B-3DCA-4B1C0F3888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6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F4BCE37-B016-D519-A5E8-4DA9B84E59EA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DD1EACA9-50FA-55A0-E80F-DD97D421C8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Ist-Zustand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6C36328A-AEA8-480E-0400-565E1035F182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Projektstand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678F4151-A284-1A6D-2024-964A168171A1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AD60C9F-F984-4666-6C1B-96D492D438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Wir </a:t>
            </a:r>
            <a:r>
              <a:rPr lang="en-US" dirty="0" err="1"/>
              <a:t>befinden</a:t>
            </a:r>
            <a:r>
              <a:rPr lang="en-US" dirty="0"/>
              <a:t> </a:t>
            </a:r>
            <a:r>
              <a:rPr lang="en-US" dirty="0" err="1"/>
              <a:t>uns</a:t>
            </a:r>
            <a:r>
              <a:rPr lang="en-US" dirty="0"/>
              <a:t> </a:t>
            </a:r>
            <a:r>
              <a:rPr lang="en-US" dirty="0" err="1"/>
              <a:t>jetzt</a:t>
            </a:r>
            <a:r>
              <a:rPr lang="en-US" dirty="0"/>
              <a:t> </a:t>
            </a:r>
            <a:r>
              <a:rPr lang="en-US" dirty="0" err="1"/>
              <a:t>im</a:t>
            </a:r>
            <a:r>
              <a:rPr lang="en-US" dirty="0"/>
              <a:t> 3 Sprint</a:t>
            </a:r>
          </a:p>
          <a:p>
            <a:pPr marL="0" indent="0">
              <a:buNone/>
            </a:pPr>
            <a:r>
              <a:rPr lang="en-US" dirty="0"/>
              <a:t>Sprint 1: 6 Tickets – XX </a:t>
            </a:r>
            <a:r>
              <a:rPr lang="en-US" dirty="0" err="1"/>
              <a:t>Schätzung</a:t>
            </a:r>
            <a:r>
              <a:rPr lang="en-US" dirty="0"/>
              <a:t> – XX </a:t>
            </a:r>
            <a:r>
              <a:rPr lang="en-US" dirty="0" err="1"/>
              <a:t>Tatsächlich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Sprint 2: 6 Tickets – XX </a:t>
            </a:r>
            <a:r>
              <a:rPr lang="en-US" dirty="0" err="1"/>
              <a:t>Schätzung</a:t>
            </a:r>
            <a:r>
              <a:rPr lang="en-US" dirty="0"/>
              <a:t> – XX </a:t>
            </a:r>
            <a:r>
              <a:rPr lang="en-US" dirty="0" err="1"/>
              <a:t>Tatsächlich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Sprint 3: 5 Tickets – XX </a:t>
            </a:r>
            <a:r>
              <a:rPr lang="en-US" dirty="0" err="1"/>
              <a:t>Schätzung</a:t>
            </a:r>
            <a:r>
              <a:rPr lang="en-US" dirty="0"/>
              <a:t> – XX </a:t>
            </a:r>
            <a:r>
              <a:rPr lang="en-US" dirty="0" err="1"/>
              <a:t>Tatsächlich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</p:txBody>
      </p:sp>
    </p:spTree>
    <p:extLst>
      <p:ext uri="{BB962C8B-B14F-4D97-AF65-F5344CB8AC3E}">
        <p14:creationId xmlns:p14="http://schemas.microsoft.com/office/powerpoint/2010/main" val="2656136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3E5E7-FDDE-5352-558B-EBEA4BBF5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C906C235-0C9E-ABEA-6E1E-B47063B36FC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70BC730-0C88-0843-0AC5-403944F78A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7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9FF52357-2630-8615-7E52-AC082DB0C82F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A55FB03C-7F3E-CA65-A9FA-BD25D989E7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Ist-Zustand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295DADE6-960C-F33A-7549-866EB941F8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Phasen Evaluation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2D4FAFD-DDED-E43C-D232-BE908E95DE61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EF80EC85-155D-F135-0FC8-9607AE5D22D0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Phase 1: </a:t>
            </a:r>
            <a:r>
              <a:rPr lang="en-US" dirty="0" err="1"/>
              <a:t>Erstellen</a:t>
            </a:r>
            <a:r>
              <a:rPr lang="en-US" dirty="0"/>
              <a:t> </a:t>
            </a:r>
            <a:r>
              <a:rPr lang="en-US" dirty="0" err="1"/>
              <a:t>eines</a:t>
            </a:r>
            <a:r>
              <a:rPr lang="en-US" dirty="0"/>
              <a:t> Single Prompt Repo-Template / Agent + Skills</a:t>
            </a:r>
          </a:p>
          <a:p>
            <a:r>
              <a:rPr lang="en-US" dirty="0"/>
              <a:t>7/10 - Pipeline </a:t>
            </a:r>
            <a:r>
              <a:rPr lang="en-US" dirty="0" err="1"/>
              <a:t>steht</a:t>
            </a:r>
            <a:r>
              <a:rPr lang="en-US" dirty="0"/>
              <a:t>, </a:t>
            </a:r>
            <a:r>
              <a:rPr lang="en-US" dirty="0" err="1"/>
              <a:t>erste</a:t>
            </a:r>
            <a:r>
              <a:rPr lang="en-US" dirty="0"/>
              <a:t> </a:t>
            </a:r>
            <a:r>
              <a:rPr lang="en-US" dirty="0" err="1"/>
              <a:t>Ergebnisse</a:t>
            </a:r>
            <a:r>
              <a:rPr lang="en-US" dirty="0"/>
              <a:t> </a:t>
            </a:r>
            <a:r>
              <a:rPr lang="en-US" dirty="0" err="1"/>
              <a:t>können</a:t>
            </a:r>
            <a:r>
              <a:rPr lang="en-US" dirty="0"/>
              <a:t> </a:t>
            </a:r>
            <a:r>
              <a:rPr lang="en-US" dirty="0" err="1"/>
              <a:t>produziert</a:t>
            </a:r>
            <a:r>
              <a:rPr lang="en-US" dirty="0"/>
              <a:t> </a:t>
            </a:r>
            <a:r>
              <a:rPr lang="en-US" dirty="0" err="1"/>
              <a:t>werden</a:t>
            </a:r>
            <a:endParaRPr lang="en-US" dirty="0"/>
          </a:p>
          <a:p>
            <a:r>
              <a:rPr lang="en-US" dirty="0"/>
              <a:t>Finetuning </a:t>
            </a:r>
            <a:r>
              <a:rPr lang="en-US" dirty="0" err="1"/>
              <a:t>fehlt</a:t>
            </a:r>
            <a:r>
              <a:rPr lang="en-US" dirty="0"/>
              <a:t> </a:t>
            </a:r>
            <a:r>
              <a:rPr lang="en-US" dirty="0" err="1"/>
              <a:t>jedoch</a:t>
            </a:r>
            <a:r>
              <a:rPr lang="en-US" dirty="0"/>
              <a:t> - </a:t>
            </a:r>
            <a:r>
              <a:rPr lang="en-US" dirty="0" err="1"/>
              <a:t>Ergebnisse</a:t>
            </a:r>
            <a:r>
              <a:rPr lang="en-US" dirty="0"/>
              <a:t> </a:t>
            </a:r>
            <a:r>
              <a:rPr lang="en-US" dirty="0" err="1"/>
              <a:t>sind</a:t>
            </a:r>
            <a:r>
              <a:rPr lang="en-US" dirty="0"/>
              <a:t> </a:t>
            </a:r>
            <a:r>
              <a:rPr lang="en-US" dirty="0" err="1"/>
              <a:t>schlecht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Phase 2: </a:t>
            </a:r>
            <a:r>
              <a:rPr lang="en-US" dirty="0" err="1"/>
              <a:t>Auswertung</a:t>
            </a:r>
            <a:r>
              <a:rPr lang="en-US" dirty="0"/>
              <a:t> der </a:t>
            </a:r>
            <a:r>
              <a:rPr lang="en-US" dirty="0" err="1"/>
              <a:t>Qualität</a:t>
            </a:r>
            <a:r>
              <a:rPr lang="en-US" dirty="0"/>
              <a:t> der </a:t>
            </a:r>
            <a:r>
              <a:rPr lang="en-US" dirty="0" err="1"/>
              <a:t>erzeugten</a:t>
            </a:r>
            <a:r>
              <a:rPr lang="en-US" dirty="0"/>
              <a:t> MVP’s (LLM as a Judge)</a:t>
            </a:r>
          </a:p>
          <a:p>
            <a:r>
              <a:rPr lang="en-US" dirty="0"/>
              <a:t>1/10 - </a:t>
            </a:r>
            <a:r>
              <a:rPr lang="en-US" dirty="0" err="1"/>
              <a:t>Beginn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der </a:t>
            </a:r>
            <a:r>
              <a:rPr lang="en-US" dirty="0" err="1"/>
              <a:t>Ausarbeitung</a:t>
            </a:r>
            <a:endParaRPr lang="en-US" dirty="0"/>
          </a:p>
          <a:p>
            <a:r>
              <a:rPr lang="en-US" dirty="0"/>
              <a:t>Fokus auf </a:t>
            </a:r>
            <a:r>
              <a:rPr lang="en-US" dirty="0" err="1"/>
              <a:t>weiteren</a:t>
            </a:r>
            <a:r>
              <a:rPr lang="en-US" dirty="0"/>
              <a:t> </a:t>
            </a:r>
            <a:r>
              <a:rPr lang="en-US" dirty="0" err="1"/>
              <a:t>Agenten</a:t>
            </a:r>
            <a:r>
              <a:rPr lang="en-US" dirty="0"/>
              <a:t> (LLM as a Judge)</a:t>
            </a:r>
          </a:p>
          <a:p>
            <a:pPr marL="0" indent="0">
              <a:buNone/>
            </a:pPr>
            <a:r>
              <a:rPr lang="en-US" dirty="0"/>
              <a:t>Phase 3: Frontend (+</a:t>
            </a:r>
            <a:r>
              <a:rPr lang="en-US" dirty="0" err="1"/>
              <a:t>FastAPI</a:t>
            </a:r>
            <a:r>
              <a:rPr lang="en-US" dirty="0"/>
              <a:t>, </a:t>
            </a:r>
            <a:r>
              <a:rPr lang="en-US" dirty="0" err="1"/>
              <a:t>LangGraph</a:t>
            </a:r>
            <a:r>
              <a:rPr lang="en-US" dirty="0"/>
              <a:t>, </a:t>
            </a:r>
            <a:r>
              <a:rPr lang="en-US" dirty="0" err="1"/>
              <a:t>DeepAgents</a:t>
            </a:r>
            <a:r>
              <a:rPr lang="en-US" dirty="0"/>
              <a:t>)</a:t>
            </a:r>
          </a:p>
          <a:p>
            <a:r>
              <a:rPr lang="en-US" dirty="0"/>
              <a:t>2 / 10 - Für Midterm Review </a:t>
            </a:r>
            <a:r>
              <a:rPr lang="en-US" dirty="0" err="1"/>
              <a:t>wurde</a:t>
            </a:r>
            <a:r>
              <a:rPr lang="en-US" dirty="0"/>
              <a:t> </a:t>
            </a:r>
            <a:r>
              <a:rPr lang="en-US" dirty="0" err="1"/>
              <a:t>ein</a:t>
            </a:r>
            <a:r>
              <a:rPr lang="en-US" dirty="0"/>
              <a:t> </a:t>
            </a:r>
            <a:r>
              <a:rPr lang="en-US" dirty="0" err="1"/>
              <a:t>erstes</a:t>
            </a:r>
            <a:r>
              <a:rPr lang="en-US" dirty="0"/>
              <a:t> Frontend </a:t>
            </a:r>
            <a:r>
              <a:rPr lang="en-US" dirty="0" err="1"/>
              <a:t>erstellt</a:t>
            </a:r>
            <a:endParaRPr lang="en-US" dirty="0"/>
          </a:p>
          <a:p>
            <a:r>
              <a:rPr lang="en-US" dirty="0"/>
              <a:t>Noch </a:t>
            </a:r>
            <a:r>
              <a:rPr lang="en-US" dirty="0" err="1"/>
              <a:t>unsicher</a:t>
            </a:r>
            <a:r>
              <a:rPr lang="en-US" dirty="0"/>
              <a:t> </a:t>
            </a:r>
            <a:r>
              <a:rPr lang="en-US" dirty="0" err="1"/>
              <a:t>über</a:t>
            </a:r>
            <a:r>
              <a:rPr lang="en-US" dirty="0"/>
              <a:t> </a:t>
            </a:r>
            <a:r>
              <a:rPr lang="en-US" dirty="0" err="1"/>
              <a:t>weitere</a:t>
            </a:r>
            <a:r>
              <a:rPr lang="en-US" dirty="0"/>
              <a:t> </a:t>
            </a:r>
            <a:r>
              <a:rPr lang="en-US" dirty="0" err="1"/>
              <a:t>Ausarbeitung</a:t>
            </a:r>
            <a:r>
              <a:rPr lang="en-US" dirty="0"/>
              <a:t> (Copilot </a:t>
            </a:r>
            <a:r>
              <a:rPr lang="en-US" dirty="0" err="1"/>
              <a:t>als</a:t>
            </a:r>
            <a:r>
              <a:rPr lang="en-US" dirty="0"/>
              <a:t> Backend </a:t>
            </a:r>
            <a:r>
              <a:rPr lang="en-US" dirty="0" err="1"/>
              <a:t>genügend</a:t>
            </a:r>
            <a:r>
              <a:rPr lang="en-US" dirty="0"/>
              <a:t>?)</a:t>
            </a:r>
          </a:p>
        </p:txBody>
      </p:sp>
    </p:spTree>
    <p:extLst>
      <p:ext uri="{BB962C8B-B14F-4D97-AF65-F5344CB8AC3E}">
        <p14:creationId xmlns:p14="http://schemas.microsoft.com/office/powerpoint/2010/main" val="4267299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B10E-BE9A-DA1F-13A0-064D417EA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20F63991-021C-7CB5-1CE7-A4EA3D0292A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E0D18ED-B631-6D5D-2CA3-BB29BB371D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8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647D05F3-1344-CD6C-9D5E-2B780B0BE644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700C3497-2A61-6315-E0D6-B5726C62292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Ist-Zustand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94BA6159-752B-B38D-1D33-41A2834087B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Phase 1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C1B9C262-50F4-4B3B-E3DA-1783748A2F93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090CB09-8E0F-9344-586B-7CF11C680F7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Single Agent </a:t>
            </a:r>
            <a:r>
              <a:rPr lang="en-US" dirty="0" err="1"/>
              <a:t>Analyse</a:t>
            </a:r>
            <a:r>
              <a:rPr lang="en-US" dirty="0"/>
              <a:t> Pipeline</a:t>
            </a:r>
          </a:p>
          <a:p>
            <a:pPr marL="0" indent="0">
              <a:buNone/>
            </a:pPr>
            <a:r>
              <a:rPr lang="en-US" dirty="0" err="1"/>
              <a:t>Einzelne</a:t>
            </a:r>
            <a:r>
              <a:rPr lang="en-US" dirty="0"/>
              <a:t> </a:t>
            </a:r>
            <a:r>
              <a:rPr lang="en-US" dirty="0" err="1"/>
              <a:t>Bausteine</a:t>
            </a:r>
            <a:r>
              <a:rPr lang="en-US" dirty="0"/>
              <a:t> für:</a:t>
            </a:r>
          </a:p>
          <a:p>
            <a:pPr marL="457200" indent="-457200">
              <a:buAutoNum type="arabicParenR"/>
            </a:pPr>
            <a:r>
              <a:rPr lang="en-US" dirty="0"/>
              <a:t>CSV Read / Cleansing (done)</a:t>
            </a:r>
          </a:p>
          <a:p>
            <a:pPr marL="457200" indent="-457200">
              <a:buAutoNum type="arabicParenR"/>
            </a:pPr>
            <a:r>
              <a:rPr lang="en-US" dirty="0"/>
              <a:t>Data Exploration (done)</a:t>
            </a:r>
          </a:p>
          <a:p>
            <a:pPr marL="457200" indent="-457200">
              <a:buAutoNum type="arabicParenR"/>
            </a:pPr>
            <a:r>
              <a:rPr lang="en-US" dirty="0"/>
              <a:t>Feature Extraction (done)</a:t>
            </a:r>
          </a:p>
          <a:p>
            <a:pPr marL="457200" indent="-457200">
              <a:buAutoNum type="arabicParenR"/>
            </a:pPr>
            <a:r>
              <a:rPr lang="en-US" dirty="0"/>
              <a:t>Model Training (done)</a:t>
            </a:r>
          </a:p>
          <a:p>
            <a:pPr marL="457200" indent="-457200">
              <a:buAutoNum type="arabicParenR"/>
            </a:pPr>
            <a:r>
              <a:rPr lang="en-US" dirty="0"/>
              <a:t>Model Evaluation (done)</a:t>
            </a:r>
          </a:p>
          <a:p>
            <a:pPr marL="457200" indent="-457200">
              <a:buAutoNum type="arabicParenR"/>
            </a:pPr>
            <a:r>
              <a:rPr lang="en-US" dirty="0"/>
              <a:t>Model Selection (done)</a:t>
            </a:r>
          </a:p>
          <a:p>
            <a:pPr marL="457200" indent="-457200">
              <a:buAutoNum type="arabicParenR"/>
            </a:pPr>
            <a:r>
              <a:rPr lang="en-US" dirty="0"/>
              <a:t>Result Presentation (done)</a:t>
            </a:r>
          </a:p>
          <a:p>
            <a:pPr marL="457200" indent="-457200">
              <a:buAutoNum type="arabicParenR"/>
            </a:pPr>
            <a:r>
              <a:rPr lang="en-US" dirty="0"/>
              <a:t>Critical Self Audit (</a:t>
            </a:r>
            <a:r>
              <a:rPr lang="en-US" dirty="0" err="1"/>
              <a:t>wip</a:t>
            </a:r>
            <a:r>
              <a:rPr lang="en-US" dirty="0"/>
              <a:t>)</a:t>
            </a:r>
          </a:p>
          <a:p>
            <a:pPr marL="457200" indent="-457200">
              <a:buAutoNum type="arabicParenR"/>
            </a:pPr>
            <a:r>
              <a:rPr lang="en-US" dirty="0"/>
              <a:t>(Validate Artifacts) (</a:t>
            </a:r>
            <a:r>
              <a:rPr lang="en-US" dirty="0" err="1"/>
              <a:t>tbd</a:t>
            </a:r>
            <a:r>
              <a:rPr lang="en-US" dirty="0"/>
              <a:t>) </a:t>
            </a:r>
          </a:p>
          <a:p>
            <a:pPr marL="457200" indent="-457200"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4269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35B83-BEE6-31EC-316E-4CB5F64FB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4C65838-3D03-C043-1AC2-DB9D8439036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3AC07AA-CE7D-2475-49FB-E459582B2A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9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B439578B-672C-B421-4A37-20DA4E15589A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2470D797-C83F-8F8A-1913-02551AF1309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Ist-Zustand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9F345409-1B58-ED3A-B5D2-E2B1BA666AD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Phase 2 + 3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81D941C6-B566-8C9D-38CE-D27E403D1BD4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DBB90C51-7977-A73D-B9FB-75CCBCFE88F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Phase 2 - LLM as a Judge</a:t>
            </a:r>
          </a:p>
          <a:p>
            <a:pPr marL="0" indent="0">
              <a:buNone/>
            </a:pPr>
            <a:r>
              <a:rPr lang="en-US" dirty="0" err="1"/>
              <a:t>Erstellung</a:t>
            </a:r>
            <a:r>
              <a:rPr lang="en-US" dirty="0"/>
              <a:t> </a:t>
            </a:r>
            <a:r>
              <a:rPr lang="en-US" dirty="0" err="1"/>
              <a:t>eines</a:t>
            </a:r>
            <a:r>
              <a:rPr lang="en-US" dirty="0"/>
              <a:t> </a:t>
            </a:r>
            <a:r>
              <a:rPr lang="en-US" dirty="0" err="1"/>
              <a:t>weitere</a:t>
            </a:r>
            <a:r>
              <a:rPr lang="en-US" dirty="0"/>
              <a:t> </a:t>
            </a:r>
            <a:r>
              <a:rPr lang="en-US" dirty="0" err="1"/>
              <a:t>Agenten</a:t>
            </a:r>
            <a:r>
              <a:rPr lang="en-US" dirty="0"/>
              <a:t>, </a:t>
            </a:r>
            <a:r>
              <a:rPr lang="en-US" dirty="0" err="1"/>
              <a:t>welcher</a:t>
            </a:r>
            <a:r>
              <a:rPr lang="en-US" dirty="0"/>
              <a:t> den </a:t>
            </a:r>
            <a:r>
              <a:rPr lang="en-US" dirty="0" err="1"/>
              <a:t>letzten</a:t>
            </a:r>
            <a:r>
              <a:rPr lang="en-US" dirty="0"/>
              <a:t> Run </a:t>
            </a:r>
            <a:r>
              <a:rPr lang="en-US" dirty="0" err="1"/>
              <a:t>überprüft</a:t>
            </a:r>
            <a:endParaRPr lang="en-US" dirty="0"/>
          </a:p>
          <a:p>
            <a:pPr marL="457200" indent="-457200"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dirty="0"/>
              <a:t>Phase 3 – Frontend </a:t>
            </a:r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Streamlit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Erster</a:t>
            </a:r>
            <a:r>
              <a:rPr lang="en-US" dirty="0"/>
              <a:t> Draft für </a:t>
            </a:r>
            <a:r>
              <a:rPr lang="en-US" dirty="0" err="1"/>
              <a:t>simplen</a:t>
            </a:r>
            <a:r>
              <a:rPr lang="en-US" dirty="0"/>
              <a:t> Input der csv-</a:t>
            </a:r>
            <a:r>
              <a:rPr lang="en-US" dirty="0" err="1"/>
              <a:t>Datei</a:t>
            </a:r>
            <a:r>
              <a:rPr lang="en-US" dirty="0"/>
              <a:t> und </a:t>
            </a:r>
            <a:r>
              <a:rPr lang="en-US" dirty="0" err="1"/>
              <a:t>Visualisierung</a:t>
            </a:r>
            <a:r>
              <a:rPr lang="en-US" dirty="0"/>
              <a:t> der </a:t>
            </a:r>
            <a:r>
              <a:rPr lang="en-US" dirty="0" err="1"/>
              <a:t>Ergebnisse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506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932D8-3ED5-00EC-DBDF-FEBA7D791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74556979-F2B4-88E9-B375-4460A44694DC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026AFB6-A707-74D1-06B6-D0B6FAB4BF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10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748D395A-685B-EEFA-0CC2-F388FF3A3577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0D3912A3-89CC-AA40-ABB1-3AAE5A78752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Roadmap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D2C7985F-534E-8861-EA1E-20D1684DDF3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Geplante Aufgaben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24AB5CE-2C62-031E-F0E8-98B760DBBF2F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1DF803B4-DC76-E9B7-E738-9026FDEE0D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LLM as a Judge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Run </a:t>
            </a:r>
            <a:r>
              <a:rPr lang="en-US" dirty="0" err="1"/>
              <a:t>Metriken</a:t>
            </a:r>
            <a:r>
              <a:rPr lang="en-US" dirty="0"/>
              <a:t> (Runtime, Token usage, best R2…) </a:t>
            </a:r>
            <a:r>
              <a:rPr lang="en-US" dirty="0" err="1"/>
              <a:t>zur</a:t>
            </a:r>
            <a:r>
              <a:rPr lang="en-US" dirty="0"/>
              <a:t> </a:t>
            </a:r>
            <a:r>
              <a:rPr lang="en-US" dirty="0" err="1"/>
              <a:t>Messung</a:t>
            </a:r>
            <a:r>
              <a:rPr lang="en-US" dirty="0"/>
              <a:t> der </a:t>
            </a:r>
            <a:r>
              <a:rPr lang="en-US" dirty="0" err="1"/>
              <a:t>Verbesserung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Refinement der Pipeline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Kmeans</a:t>
            </a:r>
            <a:r>
              <a:rPr lang="en-US" dirty="0"/>
              <a:t> Baseline / Benchmark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Pre Pipeline </a:t>
            </a:r>
            <a:r>
              <a:rPr lang="en-US" dirty="0" err="1"/>
              <a:t>Prozess</a:t>
            </a:r>
            <a:r>
              <a:rPr lang="en-US" dirty="0"/>
              <a:t> </a:t>
            </a:r>
            <a:r>
              <a:rPr lang="en-US" dirty="0" err="1"/>
              <a:t>Informationen</a:t>
            </a:r>
            <a:r>
              <a:rPr lang="en-US" dirty="0"/>
              <a:t> (Human Input </a:t>
            </a:r>
            <a:r>
              <a:rPr lang="en-US" dirty="0" err="1"/>
              <a:t>zum</a:t>
            </a:r>
            <a:r>
              <a:rPr lang="en-US" dirty="0"/>
              <a:t> </a:t>
            </a:r>
            <a:r>
              <a:rPr lang="en-US" dirty="0" err="1"/>
              <a:t>Datensatz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Dokumentation</a:t>
            </a:r>
            <a:r>
              <a:rPr lang="en-US"/>
              <a:t> (Summary)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</a:t>
            </a:r>
            <a:r>
              <a:rPr lang="en-US" dirty="0" err="1"/>
              <a:t>Dockerization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7667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6396A-E526-709E-218D-BE63C9894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394056D3-8EB3-5E47-7CF1-E875E239568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860B16E-33DA-ADA9-799E-32FF70103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11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0A82A840-B914-6BF5-DF84-2922E94C9B8D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F08E2FC8-43A1-2A7D-8DE6-6AC97211947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System Demo (Screenshots)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88F56AF9-1D15-BCEA-E088-9A71A35B3FC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/>
              <a:t>Single Agent Pipeline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2BDFDBF5-8C51-344E-75B1-3AE6128B06F5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9DF10550-1641-75E9-AEDC-2044E74B203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57831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143D9-E573-23D2-6252-165C49E87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781025E-C7D8-795D-B6BF-23B180D32441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D6C353-5D56-DB2A-3D2F-151C6F9BF5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12</a:t>
            </a:fld>
            <a:endParaRPr lang="de-DE" dirty="0"/>
          </a:p>
        </p:txBody>
      </p: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4BE308EC-B044-6D0F-8023-7D3A6A6BAF22}"/>
              </a:ext>
            </a:extLst>
          </p:cNvPr>
          <p:cNvCxnSpPr>
            <a:cxnSpLocks/>
          </p:cNvCxnSpPr>
          <p:nvPr/>
        </p:nvCxnSpPr>
        <p:spPr>
          <a:xfrm>
            <a:off x="713582" y="746389"/>
            <a:ext cx="0" cy="46800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platzhalter 12">
            <a:extLst>
              <a:ext uri="{FF2B5EF4-FFF2-40B4-BE49-F238E27FC236}">
                <a16:creationId xmlns:a16="http://schemas.microsoft.com/office/drawing/2014/main" id="{CA60EE94-9C2F-C0CD-EF1E-F9E09C774DA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199474"/>
            <a:ext cx="10119053" cy="4680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buNone/>
              <a:defRPr sz="3000" b="1" cap="none" baseline="0"/>
            </a:lvl1pPr>
            <a:lvl2pPr>
              <a:defRPr sz="2900" b="1" cap="all" baseline="0"/>
            </a:lvl2pPr>
            <a:lvl3pPr>
              <a:defRPr sz="2900" b="1" cap="all" baseline="0"/>
            </a:lvl3pPr>
            <a:lvl4pPr>
              <a:defRPr sz="2900" b="1" cap="all" baseline="0"/>
            </a:lvl4pPr>
            <a:lvl5pPr>
              <a:defRPr sz="2900" b="1" cap="all" baseline="0"/>
            </a:lvl5pPr>
          </a:lstStyle>
          <a:p>
            <a:r>
              <a:rPr lang="de-DE" dirty="0"/>
              <a:t>System Demo (Screenshots)</a:t>
            </a:r>
          </a:p>
        </p:txBody>
      </p:sp>
      <p:sp>
        <p:nvSpPr>
          <p:cNvPr id="10" name="Textplatzhalter 20">
            <a:extLst>
              <a:ext uri="{FF2B5EF4-FFF2-40B4-BE49-F238E27FC236}">
                <a16:creationId xmlns:a16="http://schemas.microsoft.com/office/drawing/2014/main" id="{2AA3057C-E69C-1541-CE5A-8752136D0C0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0624" y="813558"/>
            <a:ext cx="10119052" cy="3381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/>
            </a:lvl1pPr>
          </a:lstStyle>
          <a:p>
            <a:pPr lvl="0"/>
            <a:r>
              <a:rPr lang="de-DE" dirty="0" err="1"/>
              <a:t>Inference</a:t>
            </a:r>
            <a:r>
              <a:rPr lang="de-DE" dirty="0"/>
              <a:t> </a:t>
            </a:r>
            <a:r>
              <a:rPr lang="de-DE" dirty="0" err="1"/>
              <a:t>Application</a:t>
            </a:r>
            <a:endParaRPr lang="de-DE" dirty="0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3B1C3E52-AC5C-673E-2D2F-5DEDF0669741}"/>
              </a:ext>
            </a:extLst>
          </p:cNvPr>
          <p:cNvSpPr txBox="1">
            <a:spLocks/>
          </p:cNvSpPr>
          <p:nvPr/>
        </p:nvSpPr>
        <p:spPr>
          <a:xfrm>
            <a:off x="710624" y="3142810"/>
            <a:ext cx="11303356" cy="146441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5F4958FA-A313-391A-31DB-A0E489962B0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95325" y="1635624"/>
            <a:ext cx="11303356" cy="416351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505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EDE743A-357C-1190-893C-58792AB750F1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A9BF9B0-3007-F47D-54EC-BCC123D3E2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13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4E58B6-C026-FAF6-FC0D-B57EE8AC0D1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dirty="0" err="1"/>
              <a:t>Unterschriften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EAC9BE7-58A7-5B66-17DE-F6302551096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E979993-EA2F-5705-26E8-9AB42E416B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00082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938E0-A9E2-56D2-458B-013C519B7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A26D17-9A64-9303-623C-6137B5D0F646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FC2D73-79D8-ADD1-5B67-EFFD89C567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14</a:t>
            </a:fld>
            <a:endParaRPr lang="de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E311772-D97B-AA56-5F0F-4A9A40DE4D6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dirty="0"/>
              <a:t>GitHub Projects: Kanban Board - 30.04.2026</a:t>
            </a:r>
          </a:p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F40A8F5-DEB3-4DF0-CE5A-C907135D0A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Screenshot: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F876BA-F8B1-12F7-ABE7-BBEA69C062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3088" y="1297780"/>
            <a:ext cx="9705823" cy="502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902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489E7FB6-3F8E-989A-CFB3-8D9EF5EA8C3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1A9AA-BAFB-7CA5-4B6C-70E813D16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15</a:t>
            </a:fld>
            <a:endParaRPr lang="de-D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5C557-E752-EA8D-CBA3-51A9E4C571A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Screenshot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F40A6B-A814-C038-6783-1BC5D55B1BD5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dirty="0" err="1"/>
              <a:t>Github</a:t>
            </a:r>
            <a:r>
              <a:rPr lang="en-US" dirty="0"/>
              <a:t> Issues: Milestones (Sprints) – 30.04.2026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21D3E3C-1A12-FBE4-8170-035CB44A37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153" y="1906392"/>
            <a:ext cx="9134397" cy="2369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19701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6DF4B18-6E4A-B8AF-4C30-F8C9C4D5E9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Stabsstelle Kommunikation</a:t>
            </a:r>
          </a:p>
          <a:p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51755B3-D6D0-0BDE-01FC-40B3DB5F0E9E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de-DE"/>
              <a:t>KI Projekt | Sina Brunner, Lars Nettersheim, John Schwarz, Leon Ulbrich, Felix Wensky 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6C5996F-6B19-3176-B1A5-177D23732D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7298502-BA22-4927-B2ED-0A18FFA86FFE}" type="slidenum">
              <a:rPr lang="de-DE" smtClean="0"/>
              <a:pPr/>
              <a:t>16</a:t>
            </a:fld>
            <a:endParaRPr lang="de-DE" dirty="0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07147D1-2036-95F4-774C-93DDF337863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8FB1FE0-8CCF-260D-D940-384FF80C15B6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de-DE" dirty="0"/>
              <a:t>Bitte wenden Sie sich bei Fragen an uns</a:t>
            </a:r>
          </a:p>
          <a:p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D506ADA-D51D-0F47-C6FF-2523D3DFC68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r>
              <a:rPr lang="de-DE" dirty="0"/>
              <a:t>-</a:t>
            </a:r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60FF552A-A38F-6D61-A136-653E08D20C7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de-DE" dirty="0" err="1"/>
              <a:t>Seybothstraße</a:t>
            </a:r>
            <a:r>
              <a:rPr lang="de-DE" dirty="0"/>
              <a:t> 2</a:t>
            </a:r>
          </a:p>
          <a:p>
            <a:r>
              <a:rPr lang="de-DE" dirty="0"/>
              <a:t>93053 Regensburg</a:t>
            </a:r>
          </a:p>
          <a:p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B938A625-4C84-E31C-2D1C-B2221751D30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2248392" y="4513899"/>
            <a:ext cx="3600000" cy="408495"/>
          </a:xfrm>
        </p:spPr>
        <p:txBody>
          <a:bodyPr/>
          <a:lstStyle/>
          <a:p>
            <a:r>
              <a:rPr lang="de-DE" dirty="0"/>
              <a:t>kommunikation@oth-regensburg.de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4672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TH Regensburg">
      <a:dk1>
        <a:sysClr val="windowText" lastClr="000000"/>
      </a:dk1>
      <a:lt1>
        <a:sysClr val="window" lastClr="FFFFFF"/>
      </a:lt1>
      <a:dk2>
        <a:srgbClr val="9D9D9C"/>
      </a:dk2>
      <a:lt2>
        <a:srgbClr val="F1F5F9"/>
      </a:lt2>
      <a:accent1>
        <a:srgbClr val="000000"/>
      </a:accent1>
      <a:accent2>
        <a:srgbClr val="FFFFFF"/>
      </a:accent2>
      <a:accent3>
        <a:srgbClr val="9D9D9C"/>
      </a:accent3>
      <a:accent4>
        <a:srgbClr val="F1F5F9"/>
      </a:accent4>
      <a:accent5>
        <a:srgbClr val="CBD5E1"/>
      </a:accent5>
      <a:accent6>
        <a:srgbClr val="164194"/>
      </a:accent6>
      <a:hlink>
        <a:srgbClr val="0563C1"/>
      </a:hlink>
      <a:folHlink>
        <a:srgbClr val="954F72"/>
      </a:folHlink>
    </a:clrScheme>
    <a:fontScheme name="OTH Regensburg">
      <a:majorFont>
        <a:latin typeface="Lucida Sans"/>
        <a:ea typeface=""/>
        <a:cs typeface=""/>
      </a:majorFont>
      <a:minorFont>
        <a:latin typeface="Lucid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Gruppe_x0020_Studierende xmlns="f6fd5e78-b8f3-4cb0-91f9-df1f4af60ed7">Ja</Gruppe_x0020_Studierende>
    <Pr_x00fc_fer xmlns="f6fd5e78-b8f3-4cb0-91f9-df1f4af60ed7">
      <UserInfo>
        <DisplayName>Alisa Weinhold</DisplayName>
        <AccountId>294</AccountId>
        <AccountType/>
      </UserInfo>
    </Pr_x00fc_fer>
    <Freigeber xmlns="f6fd5e78-b8f3-4cb0-91f9-df1f4af60ed7">
      <UserInfo>
        <DisplayName>Alisa Weinhold</DisplayName>
        <AccountId>294</AccountId>
        <AccountType/>
      </UserInfo>
    </Freigeber>
    <Bezeichnung xmlns="f6fd5e78-b8f3-4cb0-91f9-df1f4af60ed7">Hochschulpräsentation OTH Regensburg - Vereinfachte Version - 16x9</Bezeichnung>
    <Dokumentenart0 xmlns="f6fd5e78-b8f3-4cb0-91f9-df1f4af60ed7">Allgemeine Information</Dokumentenart0>
    <Ersteller xmlns="f6fd5e78-b8f3-4cb0-91f9-df1f4af60ed7">
      <UserInfo>
        <DisplayName>Guelay Sahil</DisplayName>
        <AccountId>439</AccountId>
        <AccountType/>
      </UserInfo>
    </Ersteller>
    <Ausgabedatum xmlns="f6fd5e78-b8f3-4cb0-91f9-df1f4af60ed7">2024-06-11T22:00:00+00:00</Ausgabedatum>
    <G_x00fc_ltig_x0020_bis xmlns="f6fd5e78-b8f3-4cb0-91f9-df1f4af60ed7">2026-06-11T22:00:00+00:00</G_x00fc_ltig_x0020_bis>
    <Verantwortlich xmlns="f6fd5e78-b8f3-4cb0-91f9-df1f4af60ed7">Kom</Verantwortlich>
    <Dokumentenart xmlns="f6fd5e78-b8f3-4cb0-91f9-df1f4af60ed7">Kommunikation</Dokumentenart>
    <_dlc_DocId xmlns="7a12b140-0691-4f70-b58e-f168b3d46def">MJAR55X3VR3P-1995469596-876</_dlc_DocId>
    <_dlc_DocIdUrl xmlns="7a12b140-0691-4f70-b58e-f168b3d46def">
      <Url>https://sp.hs-regensburg.de/QuO/QuD-Portal/_layouts/15/DocIdRedir.aspx?ID=MJAR55X3VR3P-1995469596-876</Url>
      <Description>MJAR55X3VR3P-1995469596-876</Description>
    </_dlc_DocIdUrl>
    <SharedWithDetails xmlns="f6fd5e78-b8f3-4cb0-91f9-df1f4af60ed7" xsi:nil="true"/>
    <SharedWithUsers xmlns="f6fd5e78-b8f3-4cb0-91f9-df1f4af60ed7">
      <UserInfo>
        <DisplayName/>
        <AccountId xsi:nil="true"/>
        <AccountType/>
      </UserInfo>
    </SharedWithUsers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2122D5DF3E7384394A6965D22B98D58" ma:contentTypeVersion="21" ma:contentTypeDescription="Ein neues Dokument erstellen." ma:contentTypeScope="" ma:versionID="e9bcec3d4b4d820f1fd8570952de6515">
  <xsd:schema xmlns:xsd="http://www.w3.org/2001/XMLSchema" xmlns:xs="http://www.w3.org/2001/XMLSchema" xmlns:p="http://schemas.microsoft.com/office/2006/metadata/properties" xmlns:ns1="f6fd5e78-b8f3-4cb0-91f9-df1f4af60ed7" xmlns:ns3="7a12b140-0691-4f70-b58e-f168b3d46def" xmlns:ns4="http://schemas.microsoft.com/sharepoint/v4" targetNamespace="http://schemas.microsoft.com/office/2006/metadata/properties" ma:root="true" ma:fieldsID="198a3c60e0180174d8b93c3e1685b8c6" ns1:_="" ns3:_="" ns4:_="">
    <xsd:import namespace="f6fd5e78-b8f3-4cb0-91f9-df1f4af60ed7"/>
    <xsd:import namespace="7a12b140-0691-4f70-b58e-f168b3d46def"/>
    <xsd:import namespace="http://schemas.microsoft.com/sharepoint/v4"/>
    <xsd:element name="properties">
      <xsd:complexType>
        <xsd:sequence>
          <xsd:element name="documentManagement">
            <xsd:complexType>
              <xsd:all>
                <xsd:element ref="ns1:Dokumentenart0" minOccurs="0"/>
                <xsd:element ref="ns1:Verantwortlich" minOccurs="0"/>
                <xsd:element ref="ns1:Dokumentenart" minOccurs="0"/>
                <xsd:element ref="ns1:Bezeichnung" minOccurs="0"/>
                <xsd:element ref="ns1:Ausgabedatum" minOccurs="0"/>
                <xsd:element ref="ns1:G_x00fc_ltig_x0020_bis" minOccurs="0"/>
                <xsd:element ref="ns1:Ersteller" minOccurs="0"/>
                <xsd:element ref="ns1:Pr_x00fc_fer" minOccurs="0"/>
                <xsd:element ref="ns1:Freigeber" minOccurs="0"/>
                <xsd:element ref="ns3:_dlc_DocId" minOccurs="0"/>
                <xsd:element ref="ns3:_dlc_DocIdUrl" minOccurs="0"/>
                <xsd:element ref="ns3:_dlc_DocIdPersistId" minOccurs="0"/>
                <xsd:element ref="ns4:IconOverlay" minOccurs="0"/>
                <xsd:element ref="ns1:Gruppe_x0020_Studierende" minOccurs="0"/>
                <xsd:element ref="ns1:SharedWithUsers" minOccurs="0"/>
                <xsd:element ref="ns1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fd5e78-b8f3-4cb0-91f9-df1f4af60ed7" elementFormDefault="qualified">
    <xsd:import namespace="http://schemas.microsoft.com/office/2006/documentManagement/types"/>
    <xsd:import namespace="http://schemas.microsoft.com/office/infopath/2007/PartnerControls"/>
    <xsd:element name="Dokumentenart0" ma:index="0" nillable="true" ma:displayName="Dokumentenart" ma:format="Dropdown" ma:internalName="Dokumentenart0" ma:readOnly="false">
      <xsd:simpleType>
        <xsd:restriction base="dms:Choice">
          <xsd:enumeration value="Allgemeine Information"/>
          <xsd:enumeration value="Dienstvereinbarungen"/>
          <xsd:enumeration value="Externe Vorgaben"/>
          <xsd:enumeration value="Externer Links"/>
          <xsd:enumeration value="Formulare"/>
          <xsd:enumeration value="Richtlinien"/>
          <xsd:enumeration value="Satzungen"/>
        </xsd:restriction>
      </xsd:simpleType>
    </xsd:element>
    <xsd:element name="Verantwortlich" ma:index="1" nillable="true" ma:displayName="Verantwortlich" ma:format="Dropdown" ma:internalName="Verantwortlich" ma:readOnly="false">
      <xsd:simpleType>
        <xsd:restriction base="dms:Choice">
          <xsd:enumeration value="Abt. I"/>
          <xsd:enumeration value="Abt. II"/>
          <xsd:enumeration value="Abt. III"/>
          <xsd:enumeration value="Abt. IV"/>
          <xsd:enumeration value="Bib"/>
          <xsd:enumeration value="Fam"/>
          <xsd:enumeration value="FM"/>
          <xsd:enumeration value="GuV"/>
          <xsd:enumeration value="GZ"/>
          <xsd:enumeration value="HL"/>
          <xsd:enumeration value="IO"/>
          <xsd:enumeration value="ITZ"/>
          <xsd:enumeration value="Kom"/>
          <xsd:enumeration value="LuD"/>
          <xsd:enumeration value="NH"/>
          <xsd:enumeration value="PA"/>
          <xsd:enumeration value="QuO"/>
          <xsd:enumeration value="Recht"/>
          <xsd:enumeration value="SE"/>
          <xsd:enumeration value="SenV"/>
          <xsd:enumeration value="SLC"/>
          <xsd:enumeration value="WFKM"/>
          <xsd:enumeration value="ZFT"/>
          <xsd:enumeration value="ZWW"/>
          <xsd:enumeration value="ZiL"/>
        </xsd:restriction>
      </xsd:simpleType>
    </xsd:element>
    <xsd:element name="Dokumentenart" ma:index="2" nillable="true" ma:displayName="Ordnerzuordnung" ma:format="Dropdown" ma:internalName="Dokumentenart" ma:readOnly="false">
      <xsd:simpleType>
        <xsd:restriction base="dms:Choice">
          <xsd:enumeration value="Hochschulsteuerung"/>
          <xsd:enumeration value="Profil und Kennzahlen"/>
          <xsd:enumeration value="Gremien und Beauftragte"/>
          <xsd:enumeration value="Qualitätsmanagement"/>
          <xsd:enumeration value="Studium und Lehre"/>
          <xsd:enumeration value="Forschung"/>
          <xsd:enumeration value="Internationales Bedienstete"/>
          <xsd:enumeration value="Personal"/>
          <xsd:enumeration value="Finanzen"/>
          <xsd:enumeration value="Gebäude und Technik"/>
          <xsd:enumeration value="Kommunikation"/>
          <xsd:enumeration value="Bibliothek"/>
          <xsd:enumeration value="Sicherheit"/>
          <xsd:enumeration value="Datenschutz und Informationssicherheit"/>
          <xsd:enumeration value="Korruptionsvorsorge"/>
          <xsd:enumeration value="Innenrevision"/>
          <xsd:enumeration value="IT-Zentrum"/>
          <xsd:enumeration value="Hochschulwahl"/>
        </xsd:restriction>
      </xsd:simpleType>
    </xsd:element>
    <xsd:element name="Bezeichnung" ma:index="4" nillable="true" ma:displayName="Bezeichnung" ma:internalName="Bezeichnung" ma:readOnly="false">
      <xsd:simpleType>
        <xsd:restriction base="dms:Text">
          <xsd:maxLength value="255"/>
        </xsd:restriction>
      </xsd:simpleType>
    </xsd:element>
    <xsd:element name="Ausgabedatum" ma:index="6" nillable="true" ma:displayName="Ausgabedatum" ma:format="DateOnly" ma:internalName="Ausgabedatum" ma:readOnly="false">
      <xsd:simpleType>
        <xsd:restriction base="dms:DateTime"/>
      </xsd:simpleType>
    </xsd:element>
    <xsd:element name="G_x00fc_ltig_x0020_bis" ma:index="7" nillable="true" ma:displayName="Gültig bis" ma:format="DateOnly" ma:internalName="G_x00fc_ltig_x0020_bis" ma:readOnly="false">
      <xsd:simpleType>
        <xsd:restriction base="dms:DateTime"/>
      </xsd:simpleType>
    </xsd:element>
    <xsd:element name="Ersteller" ma:index="8" nillable="true" ma:displayName="Erstellung" ma:list="UserInfo" ma:internalName="Erstell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r_x00fc_fer" ma:index="9" nillable="true" ma:displayName="Prüfung" ma:list="UserInfo" ma:internalName="Pr_x00fc_f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Freigeber" ma:index="10" nillable="true" ma:displayName="Freigabe" ma:list="UserInfo" ma:internalName="Freigeber" ma:readOnly="false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ruppe_x0020_Studierende" ma:index="21" nillable="true" ma:displayName="Gruppe Studierende" ma:format="RadioButtons" ma:internalName="Gruppe_x0020_Studierende" ma:readOnly="false">
      <xsd:simpleType>
        <xsd:restriction base="dms:Choice">
          <xsd:enumeration value="Ja"/>
          <xsd:enumeration value="Nein"/>
        </xsd:restriction>
      </xsd:simpleType>
    </xsd:element>
    <xsd:element name="SharedWithUsers" ma:index="22" nillable="true" ma:displayName="Freigegeben für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Freigegeben für - Details" ma:internalName="SharedWithDetails" ma:readOnly="fals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a12b140-0691-4f70-b58e-f168b3d46def" elementFormDefault="qualified">
    <xsd:import namespace="http://schemas.microsoft.com/office/2006/documentManagement/types"/>
    <xsd:import namespace="http://schemas.microsoft.com/office/infopath/2007/PartnerControls"/>
    <xsd:element name="_dlc_DocId" ma:index="13" nillable="true" ma:displayName="Wert der Dokument-ID" ma:description="Der Wert der diesem Element zugewiesenen Dokument-ID." ma:indexed="true" ma:internalName="_dlc_DocId" ma:readOnly="true">
      <xsd:simpleType>
        <xsd:restriction base="dms:Text"/>
      </xsd:simpleType>
    </xsd:element>
    <xsd:element name="_dlc_DocIdUrl" ma:index="14" nillable="true" ma:displayName="Dokument-ID" ma:description="Permanenter Hyperlink zu diesem Dok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5" nillable="true" ma:displayName="Beständige ID" ma:description="ID beim Hinzufügen beibehalten." ma:hidden="true" ma:internalName="_dlc_DocIdPersistId" ma:readOnly="true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20" nillable="true" ma:displayName="IconOverlay" ma:internalName="IconOverlay" ma:readOnly="fals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12" ma:displayName="Inhaltstyp"/>
        <xsd:element ref="dc:title" minOccurs="0" maxOccurs="1" ma:index="3" ma:displayName="Thema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Props1.xml><?xml version="1.0" encoding="utf-8"?>
<ds:datastoreItem xmlns:ds="http://schemas.openxmlformats.org/officeDocument/2006/customXml" ds:itemID="{6EDF356B-A5CD-4962-9955-AA824DF37FC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2356504-F539-424F-9E83-9400624CC88E}">
  <ds:schemaRefs>
    <ds:schemaRef ds:uri="http://schemas.microsoft.com/office/2006/documentManagement/types"/>
    <ds:schemaRef ds:uri="http://schemas.microsoft.com/office/2006/metadata/propertie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f971c57a-c4d2-41d0-9c55-e961d64dde2b"/>
    <ds:schemaRef ds:uri="2b7adb41-54c0-423e-891d-f7b9e3223bd8"/>
    <ds:schemaRef ds:uri="http://www.w3.org/XML/1998/namespace"/>
    <ds:schemaRef ds:uri="60ae07f9-c710-4147-a4bb-ffce3af5c857"/>
    <ds:schemaRef ds:uri="http://schemas.microsoft.com/sharepoint/v4"/>
    <ds:schemaRef ds:uri="44449387-be1d-4a23-a037-6363c2cb9483"/>
    <ds:schemaRef ds:uri="f6fd5e78-b8f3-4cb0-91f9-df1f4af60ed7"/>
    <ds:schemaRef ds:uri="7a12b140-0691-4f70-b58e-f168b3d46def"/>
  </ds:schemaRefs>
</ds:datastoreItem>
</file>

<file path=customXml/itemProps3.xml><?xml version="1.0" encoding="utf-8"?>
<ds:datastoreItem xmlns:ds="http://schemas.openxmlformats.org/officeDocument/2006/customXml" ds:itemID="{F7C641D0-CE2F-43BA-A7E4-2DA0F4189B5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fd5e78-b8f3-4cb0-91f9-df1f4af60ed7"/>
    <ds:schemaRef ds:uri="7a12b140-0691-4f70-b58e-f168b3d46def"/>
    <ds:schemaRef ds:uri="http://schemas.microsoft.com/sharepoint/v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4.xml><?xml version="1.0" encoding="utf-8"?>
<ds:datastoreItem xmlns:ds="http://schemas.openxmlformats.org/officeDocument/2006/customXml" ds:itemID="{21685AF1-9D8B-4832-88E0-313350BCFD5E}">
  <ds:schemaRefs>
    <ds:schemaRef ds:uri="http://schemas.microsoft.com/sharepoint/event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173</TotalTime>
  <Words>886</Words>
  <Application>Microsoft Macintosh PowerPoint</Application>
  <PresentationFormat>Widescreen</PresentationFormat>
  <Paragraphs>139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Lucida Sans</vt:lpstr>
      <vt:lpstr>Wingdings</vt:lpstr>
      <vt:lpstr>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Vorlage</dc:title>
  <dc:creator>Julia Pusch</dc:creator>
  <cp:lastModifiedBy>John Schwarz</cp:lastModifiedBy>
  <cp:revision>149</cp:revision>
  <dcterms:created xsi:type="dcterms:W3CDTF">2023-07-23T18:15:39Z</dcterms:created>
  <dcterms:modified xsi:type="dcterms:W3CDTF">2026-05-01T10:07:07Z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0x010100A2122D5DF3E7384394A6965D22B98D58</vt:lpwstr>
  </property>
  <property fmtid="{D5CDD505-2E9C-101B-9397-08002B2CF9AE}" pid="3" name="MediaServiceImageTags">
    <vt:lpwstr/>
  </property>
  <property fmtid="{D5CDD505-2E9C-101B-9397-08002B2CF9AE}" pid="4" name="_dlc_DocIdItemGuid">
    <vt:lpwstr>2d86ab63-b84b-45bf-aa8e-152de23f3fa8</vt:lpwstr>
  </property>
  <property fmtid="{D5CDD505-2E9C-101B-9397-08002B2CF9AE}" pid="5" name="Prüfung">
    <vt:lpwstr>68</vt:lpwstr>
  </property>
  <property fmtid="{D5CDD505-2E9C-101B-9397-08002B2CF9AE}" pid="6" name="Erstellung">
    <vt:lpwstr>72</vt:lpwstr>
  </property>
  <property fmtid="{D5CDD505-2E9C-101B-9397-08002B2CF9AE}" pid="7" name="Ordnerzuordnung">
    <vt:lpwstr>Kommunikation</vt:lpwstr>
  </property>
  <property fmtid="{D5CDD505-2E9C-101B-9397-08002B2CF9AE}" pid="8" name="Wert der Dokument-ID">
    <vt:lpwstr>MJAR55X3VR3P-1995469596-876</vt:lpwstr>
  </property>
  <property fmtid="{D5CDD505-2E9C-101B-9397-08002B2CF9AE}" pid="9" name="Freigabe">
    <vt:lpwstr>68</vt:lpwstr>
  </property>
  <property fmtid="{D5CDD505-2E9C-101B-9397-08002B2CF9AE}" pid="10" name="Thema">
    <vt:lpwstr>Vorlage</vt:lpwstr>
  </property>
  <property fmtid="{D5CDD505-2E9C-101B-9397-08002B2CF9AE}" pid="11" name="Automatische-DNR-Vergabe">
    <vt:lpwstr>https://othrgb.sharepoint.com/sites/sps_quo/qud-portal/_layouts/15/wrkstat.aspx?list=60ae07f9-c710-4147-a4bb-ffce3af5c857&amp;workflowinstancename=604c5300-fe88-4c3b-9e86-5b3313bf58cc, Stufe 1</vt:lpwstr>
  </property>
  <property fmtid="{D5CDD505-2E9C-101B-9397-08002B2CF9AE}" pid="12" name="D-Nr">
    <vt:lpwstr>876</vt:lpwstr>
  </property>
</Properties>
</file>